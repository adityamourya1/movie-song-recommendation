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20"/>
  </p:notesMasterIdLst>
  <p:sldIdLst>
    <p:sldId id="256" r:id="rId2"/>
    <p:sldId id="257" r:id="rId3"/>
    <p:sldId id="258" r:id="rId4"/>
    <p:sldId id="259" r:id="rId5"/>
    <p:sldId id="260" r:id="rId6"/>
    <p:sldId id="261" r:id="rId7"/>
    <p:sldId id="262" r:id="rId8"/>
    <p:sldId id="264" r:id="rId9"/>
    <p:sldId id="266" r:id="rId10"/>
    <p:sldId id="267" r:id="rId11"/>
    <p:sldId id="269" r:id="rId12"/>
    <p:sldId id="270" r:id="rId13"/>
    <p:sldId id="271" r:id="rId14"/>
    <p:sldId id="272" r:id="rId15"/>
    <p:sldId id="278" r:id="rId16"/>
    <p:sldId id="273" r:id="rId17"/>
    <p:sldId id="274" r:id="rId18"/>
    <p:sldId id="276" r:id="rId19"/>
  </p:sldIdLst>
  <p:sldSz cx="9144000" cy="5143500" type="screen16x9"/>
  <p:notesSz cx="6858000" cy="9144000"/>
  <p:embeddedFontLst>
    <p:embeddedFont>
      <p:font typeface="Martel" panose="020B0604020202020204" charset="0"/>
      <p:regular r:id="rId21"/>
      <p:bold r:id="rId22"/>
    </p:embeddedFont>
    <p:embeddedFont>
      <p:font typeface="Martel DemiBold" panose="020B0604020202020204" charset="0"/>
      <p:regular r:id="rId23"/>
      <p:bold r:id="rId24"/>
    </p:embeddedFont>
    <p:embeddedFont>
      <p:font typeface="Martel ExtraBold" panose="020B0604020202020204" charset="0"/>
      <p:bold r:id="rId25"/>
    </p:embeddedFont>
    <p:embeddedFont>
      <p:font typeface="Merriweather" panose="00000500000000000000" pitchFamily="2" charset="0"/>
      <p:regular r:id="rId26"/>
      <p:bold r:id="rId27"/>
      <p:italic r:id="rId28"/>
      <p:boldItalic r:id="rId29"/>
    </p:embeddedFont>
    <p:embeddedFont>
      <p:font typeface="Nunito Medium" panose="020B0604020202020204" charset="0"/>
      <p:regular r:id="rId30"/>
      <p:bold r:id="rId31"/>
      <p:italic r:id="rId32"/>
      <p:boldItalic r:id="rId33"/>
    </p:embeddedFont>
    <p:embeddedFont>
      <p:font typeface="Quicksand" panose="020B0604020202020204" charset="0"/>
      <p:regular r:id="rId34"/>
      <p:bold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99"/>
    <a:srgbClr val="1F497D"/>
    <a:srgbClr val="3333CC"/>
    <a:srgbClr val="0A22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192EBD-A7CC-44D4-A974-4AB5E9906C5A}" v="162" dt="2025-03-27T12:05:42.375"/>
  </p1510:revLst>
</p1510:revInfo>
</file>

<file path=ppt/tableStyles.xml><?xml version="1.0" encoding="utf-8"?>
<a:tblStyleLst xmlns:a="http://schemas.openxmlformats.org/drawingml/2006/main" def="{5C8EDCE0-E580-46C9-8AE7-333EC4BB7B8B}">
  <a:tblStyle styleId="{5C8EDCE0-E580-46C9-8AE7-333EC4BB7B8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62" d="100"/>
          <a:sy n="62" d="100"/>
        </p:scale>
        <p:origin x="58" y="6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tableStyles" Target="tableStyles.xml"/><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Mourya" userId="428a1ae887825529" providerId="LiveId" clId="{87D7F8E1-0308-4189-B5D6-A0DF8AF2A076}"/>
    <pc:docChg chg="undo custSel addSld delSld modSld sldOrd">
      <pc:chgData name="Aditya Mourya" userId="428a1ae887825529" providerId="LiveId" clId="{87D7F8E1-0308-4189-B5D6-A0DF8AF2A076}" dt="2025-03-27T07:44:17.830" v="429" actId="20577"/>
      <pc:docMkLst>
        <pc:docMk/>
      </pc:docMkLst>
      <pc:sldChg chg="modSp mod">
        <pc:chgData name="Aditya Mourya" userId="428a1ae887825529" providerId="LiveId" clId="{87D7F8E1-0308-4189-B5D6-A0DF8AF2A076}" dt="2025-03-27T07:40:55.812" v="395" actId="20577"/>
        <pc:sldMkLst>
          <pc:docMk/>
          <pc:sldMk cId="0" sldId="257"/>
        </pc:sldMkLst>
        <pc:spChg chg="mod">
          <ac:chgData name="Aditya Mourya" userId="428a1ae887825529" providerId="LiveId" clId="{87D7F8E1-0308-4189-B5D6-A0DF8AF2A076}" dt="2025-03-27T07:40:55.812" v="395" actId="20577"/>
          <ac:spMkLst>
            <pc:docMk/>
            <pc:sldMk cId="0" sldId="257"/>
            <ac:spMk id="2" creationId="{D534E2DA-9A53-77B6-EE54-FBC0CCF852E3}"/>
          </ac:spMkLst>
        </pc:spChg>
      </pc:sldChg>
      <pc:sldChg chg="modSp mod">
        <pc:chgData name="Aditya Mourya" userId="428a1ae887825529" providerId="LiveId" clId="{87D7F8E1-0308-4189-B5D6-A0DF8AF2A076}" dt="2025-03-08T17:34:33.795" v="12" actId="1076"/>
        <pc:sldMkLst>
          <pc:docMk/>
          <pc:sldMk cId="0" sldId="258"/>
        </pc:sldMkLst>
        <pc:spChg chg="mod">
          <ac:chgData name="Aditya Mourya" userId="428a1ae887825529" providerId="LiveId" clId="{87D7F8E1-0308-4189-B5D6-A0DF8AF2A076}" dt="2025-03-08T17:34:24.353" v="9" actId="1076"/>
          <ac:spMkLst>
            <pc:docMk/>
            <pc:sldMk cId="0" sldId="258"/>
            <ac:spMk id="10" creationId="{00000000-0000-0000-0000-000000000000}"/>
          </ac:spMkLst>
        </pc:spChg>
        <pc:spChg chg="mod">
          <ac:chgData name="Aditya Mourya" userId="428a1ae887825529" providerId="LiveId" clId="{87D7F8E1-0308-4189-B5D6-A0DF8AF2A076}" dt="2025-03-08T17:33:59.151" v="6" actId="12"/>
          <ac:spMkLst>
            <pc:docMk/>
            <pc:sldMk cId="0" sldId="258"/>
            <ac:spMk id="27" creationId="{1FB14832-61F4-790D-70E2-A2EC3B124919}"/>
          </ac:spMkLst>
        </pc:spChg>
      </pc:sldChg>
      <pc:sldChg chg="modSp mod">
        <pc:chgData name="Aditya Mourya" userId="428a1ae887825529" providerId="LiveId" clId="{87D7F8E1-0308-4189-B5D6-A0DF8AF2A076}" dt="2025-03-08T17:44:16.211" v="52" actId="20577"/>
        <pc:sldMkLst>
          <pc:docMk/>
          <pc:sldMk cId="0" sldId="259"/>
        </pc:sldMkLst>
        <pc:spChg chg="mod">
          <ac:chgData name="Aditya Mourya" userId="428a1ae887825529" providerId="LiveId" clId="{87D7F8E1-0308-4189-B5D6-A0DF8AF2A076}" dt="2025-03-08T17:44:16.211" v="52" actId="20577"/>
          <ac:spMkLst>
            <pc:docMk/>
            <pc:sldMk cId="0" sldId="259"/>
            <ac:spMk id="3" creationId="{3D7C09B2-7E95-9FFF-3DD2-29F457044C24}"/>
          </ac:spMkLst>
        </pc:spChg>
      </pc:sldChg>
      <pc:sldChg chg="addSp delSp modSp mod">
        <pc:chgData name="Aditya Mourya" userId="428a1ae887825529" providerId="LiveId" clId="{87D7F8E1-0308-4189-B5D6-A0DF8AF2A076}" dt="2025-03-08T18:08:57.668" v="130" actId="120"/>
        <pc:sldMkLst>
          <pc:docMk/>
          <pc:sldMk cId="0" sldId="260"/>
        </pc:sldMkLst>
        <pc:spChg chg="mod">
          <ac:chgData name="Aditya Mourya" userId="428a1ae887825529" providerId="LiveId" clId="{87D7F8E1-0308-4189-B5D6-A0DF8AF2A076}" dt="2025-03-08T18:08:57.668" v="130" actId="120"/>
          <ac:spMkLst>
            <pc:docMk/>
            <pc:sldMk cId="0" sldId="260"/>
            <ac:spMk id="356" creationId="{00000000-0000-0000-0000-000000000000}"/>
          </ac:spMkLst>
        </pc:spChg>
        <pc:picChg chg="mod">
          <ac:chgData name="Aditya Mourya" userId="428a1ae887825529" providerId="LiveId" clId="{87D7F8E1-0308-4189-B5D6-A0DF8AF2A076}" dt="2025-03-08T18:06:40.173" v="103" actId="1076"/>
          <ac:picMkLst>
            <pc:docMk/>
            <pc:sldMk cId="0" sldId="260"/>
            <ac:picMk id="2" creationId="{00000000-0000-0000-0000-000000000000}"/>
          </ac:picMkLst>
        </pc:picChg>
      </pc:sldChg>
      <pc:sldChg chg="modSp mod">
        <pc:chgData name="Aditya Mourya" userId="428a1ae887825529" providerId="LiveId" clId="{87D7F8E1-0308-4189-B5D6-A0DF8AF2A076}" dt="2025-03-27T07:42:50.280" v="410" actId="20577"/>
        <pc:sldMkLst>
          <pc:docMk/>
          <pc:sldMk cId="0" sldId="262"/>
        </pc:sldMkLst>
        <pc:graphicFrameChg chg="modGraphic">
          <ac:chgData name="Aditya Mourya" userId="428a1ae887825529" providerId="LiveId" clId="{87D7F8E1-0308-4189-B5D6-A0DF8AF2A076}" dt="2025-03-27T07:42:50.280" v="410" actId="20577"/>
          <ac:graphicFrameMkLst>
            <pc:docMk/>
            <pc:sldMk cId="0" sldId="262"/>
            <ac:graphicFrameMk id="4" creationId="{273AF15A-9981-B658-11B0-27A5B5A0D85B}"/>
          </ac:graphicFrameMkLst>
        </pc:graphicFrameChg>
      </pc:sldChg>
      <pc:sldChg chg="addSp modSp mod">
        <pc:chgData name="Aditya Mourya" userId="428a1ae887825529" providerId="LiveId" clId="{87D7F8E1-0308-4189-B5D6-A0DF8AF2A076}" dt="2025-03-27T07:44:17.830" v="429" actId="20577"/>
        <pc:sldMkLst>
          <pc:docMk/>
          <pc:sldMk cId="0" sldId="264"/>
        </pc:sldMkLst>
        <pc:spChg chg="mod">
          <ac:chgData name="Aditya Mourya" userId="428a1ae887825529" providerId="LiveId" clId="{87D7F8E1-0308-4189-B5D6-A0DF8AF2A076}" dt="2025-03-27T07:43:50.184" v="420" actId="1076"/>
          <ac:spMkLst>
            <pc:docMk/>
            <pc:sldMk cId="0" sldId="264"/>
            <ac:spMk id="5" creationId="{00000000-0000-0000-0000-000000000000}"/>
          </ac:spMkLst>
        </pc:spChg>
        <pc:spChg chg="mod">
          <ac:chgData name="Aditya Mourya" userId="428a1ae887825529" providerId="LiveId" clId="{87D7F8E1-0308-4189-B5D6-A0DF8AF2A076}" dt="2025-03-27T07:43:30.607" v="416" actId="1076"/>
          <ac:spMkLst>
            <pc:docMk/>
            <pc:sldMk cId="0" sldId="264"/>
            <ac:spMk id="6" creationId="{00000000-0000-0000-0000-000000000000}"/>
          </ac:spMkLst>
        </pc:spChg>
        <pc:spChg chg="mod">
          <ac:chgData name="Aditya Mourya" userId="428a1ae887825529" providerId="LiveId" clId="{87D7F8E1-0308-4189-B5D6-A0DF8AF2A076}" dt="2025-03-27T07:43:58.649" v="421" actId="1076"/>
          <ac:spMkLst>
            <pc:docMk/>
            <pc:sldMk cId="0" sldId="264"/>
            <ac:spMk id="7" creationId="{00000000-0000-0000-0000-000000000000}"/>
          </ac:spMkLst>
        </pc:spChg>
        <pc:spChg chg="mod">
          <ac:chgData name="Aditya Mourya" userId="428a1ae887825529" providerId="LiveId" clId="{87D7F8E1-0308-4189-B5D6-A0DF8AF2A076}" dt="2025-03-27T07:43:24.611" v="414" actId="1076"/>
          <ac:spMkLst>
            <pc:docMk/>
            <pc:sldMk cId="0" sldId="264"/>
            <ac:spMk id="8" creationId="{00000000-0000-0000-0000-000000000000}"/>
          </ac:spMkLst>
        </pc:spChg>
        <pc:spChg chg="add mod">
          <ac:chgData name="Aditya Mourya" userId="428a1ae887825529" providerId="LiveId" clId="{87D7F8E1-0308-4189-B5D6-A0DF8AF2A076}" dt="2025-03-27T07:44:17.830" v="429" actId="20577"/>
          <ac:spMkLst>
            <pc:docMk/>
            <pc:sldMk cId="0" sldId="264"/>
            <ac:spMk id="9" creationId="{2E97BB7B-6B0D-0255-1B51-3B5B67E1FB76}"/>
          </ac:spMkLst>
        </pc:spChg>
        <pc:spChg chg="mod">
          <ac:chgData name="Aditya Mourya" userId="428a1ae887825529" providerId="LiveId" clId="{87D7F8E1-0308-4189-B5D6-A0DF8AF2A076}" dt="2025-03-08T18:13:50.551" v="136" actId="1076"/>
          <ac:spMkLst>
            <pc:docMk/>
            <pc:sldMk cId="0" sldId="264"/>
            <ac:spMk id="582" creationId="{00000000-0000-0000-0000-000000000000}"/>
          </ac:spMkLst>
        </pc:spChg>
        <pc:spChg chg="mod">
          <ac:chgData name="Aditya Mourya" userId="428a1ae887825529" providerId="LiveId" clId="{87D7F8E1-0308-4189-B5D6-A0DF8AF2A076}" dt="2025-03-08T18:13:57.918" v="137" actId="1076"/>
          <ac:spMkLst>
            <pc:docMk/>
            <pc:sldMk cId="0" sldId="264"/>
            <ac:spMk id="584" creationId="{00000000-0000-0000-0000-000000000000}"/>
          </ac:spMkLst>
        </pc:spChg>
        <pc:spChg chg="mod">
          <ac:chgData name="Aditya Mourya" userId="428a1ae887825529" providerId="LiveId" clId="{87D7F8E1-0308-4189-B5D6-A0DF8AF2A076}" dt="2025-03-27T07:43:41.345" v="419" actId="1076"/>
          <ac:spMkLst>
            <pc:docMk/>
            <pc:sldMk cId="0" sldId="264"/>
            <ac:spMk id="585" creationId="{00000000-0000-0000-0000-000000000000}"/>
          </ac:spMkLst>
        </pc:spChg>
        <pc:spChg chg="mod">
          <ac:chgData name="Aditya Mourya" userId="428a1ae887825529" providerId="LiveId" clId="{87D7F8E1-0308-4189-B5D6-A0DF8AF2A076}" dt="2025-03-27T07:43:37.605" v="418" actId="1076"/>
          <ac:spMkLst>
            <pc:docMk/>
            <pc:sldMk cId="0" sldId="264"/>
            <ac:spMk id="586" creationId="{00000000-0000-0000-0000-000000000000}"/>
          </ac:spMkLst>
        </pc:spChg>
        <pc:spChg chg="mod">
          <ac:chgData name="Aditya Mourya" userId="428a1ae887825529" providerId="LiveId" clId="{87D7F8E1-0308-4189-B5D6-A0DF8AF2A076}" dt="2025-03-27T07:43:09.034" v="411" actId="1076"/>
          <ac:spMkLst>
            <pc:docMk/>
            <pc:sldMk cId="0" sldId="264"/>
            <ac:spMk id="587" creationId="{00000000-0000-0000-0000-000000000000}"/>
          </ac:spMkLst>
        </pc:spChg>
        <pc:spChg chg="mod">
          <ac:chgData name="Aditya Mourya" userId="428a1ae887825529" providerId="LiveId" clId="{87D7F8E1-0308-4189-B5D6-A0DF8AF2A076}" dt="2025-03-27T07:43:13.606" v="412" actId="14100"/>
          <ac:spMkLst>
            <pc:docMk/>
            <pc:sldMk cId="0" sldId="264"/>
            <ac:spMk id="588" creationId="{00000000-0000-0000-0000-000000000000}"/>
          </ac:spMkLst>
        </pc:spChg>
      </pc:sldChg>
      <pc:sldChg chg="modSp mod">
        <pc:chgData name="Aditya Mourya" userId="428a1ae887825529" providerId="LiveId" clId="{87D7F8E1-0308-4189-B5D6-A0DF8AF2A076}" dt="2025-03-08T18:18:53.259" v="208" actId="20577"/>
        <pc:sldMkLst>
          <pc:docMk/>
          <pc:sldMk cId="0" sldId="266"/>
        </pc:sldMkLst>
        <pc:spChg chg="mod">
          <ac:chgData name="Aditya Mourya" userId="428a1ae887825529" providerId="LiveId" clId="{87D7F8E1-0308-4189-B5D6-A0DF8AF2A076}" dt="2025-03-08T18:18:53.259" v="208" actId="20577"/>
          <ac:spMkLst>
            <pc:docMk/>
            <pc:sldMk cId="0" sldId="266"/>
            <ac:spMk id="11" creationId="{DF4FFB93-B25A-6E07-9744-DC1E73B6D5C4}"/>
          </ac:spMkLst>
        </pc:spChg>
      </pc:sldChg>
      <pc:sldChg chg="modSp mod">
        <pc:chgData name="Aditya Mourya" userId="428a1ae887825529" providerId="LiveId" clId="{87D7F8E1-0308-4189-B5D6-A0DF8AF2A076}" dt="2025-03-08T18:35:18.141" v="223" actId="14100"/>
        <pc:sldMkLst>
          <pc:docMk/>
          <pc:sldMk cId="0" sldId="269"/>
        </pc:sldMkLst>
        <pc:spChg chg="mod">
          <ac:chgData name="Aditya Mourya" userId="428a1ae887825529" providerId="LiveId" clId="{87D7F8E1-0308-4189-B5D6-A0DF8AF2A076}" dt="2025-03-08T18:35:18.141" v="223" actId="14100"/>
          <ac:spMkLst>
            <pc:docMk/>
            <pc:sldMk cId="0" sldId="269"/>
            <ac:spMk id="9" creationId="{8F1247A8-3684-42CB-332E-8C1A8A13EC64}"/>
          </ac:spMkLst>
        </pc:spChg>
      </pc:sldChg>
      <pc:sldChg chg="addSp delSp modSp mod">
        <pc:chgData name="Aditya Mourya" userId="428a1ae887825529" providerId="LiveId" clId="{87D7F8E1-0308-4189-B5D6-A0DF8AF2A076}" dt="2025-03-08T19:14:58.571" v="239" actId="14100"/>
        <pc:sldMkLst>
          <pc:docMk/>
          <pc:sldMk cId="0" sldId="270"/>
        </pc:sldMkLst>
        <pc:picChg chg="add mod">
          <ac:chgData name="Aditya Mourya" userId="428a1ae887825529" providerId="LiveId" clId="{87D7F8E1-0308-4189-B5D6-A0DF8AF2A076}" dt="2025-03-08T19:14:58.571" v="239" actId="14100"/>
          <ac:picMkLst>
            <pc:docMk/>
            <pc:sldMk cId="0" sldId="270"/>
            <ac:picMk id="10" creationId="{01891897-282A-80B5-C7AD-9C3873504D87}"/>
          </ac:picMkLst>
        </pc:picChg>
      </pc:sldChg>
      <pc:sldChg chg="modSp mod">
        <pc:chgData name="Aditya Mourya" userId="428a1ae887825529" providerId="LiveId" clId="{87D7F8E1-0308-4189-B5D6-A0DF8AF2A076}" dt="2025-03-08T19:27:16.902" v="371" actId="20577"/>
        <pc:sldMkLst>
          <pc:docMk/>
          <pc:sldMk cId="0" sldId="271"/>
        </pc:sldMkLst>
        <pc:spChg chg="mod">
          <ac:chgData name="Aditya Mourya" userId="428a1ae887825529" providerId="LiveId" clId="{87D7F8E1-0308-4189-B5D6-A0DF8AF2A076}" dt="2025-03-08T19:27:16.902" v="371" actId="20577"/>
          <ac:spMkLst>
            <pc:docMk/>
            <pc:sldMk cId="0" sldId="271"/>
            <ac:spMk id="11" creationId="{01C0B8E7-824A-99F3-61CE-0C7AD2A2C87F}"/>
          </ac:spMkLst>
        </pc:spChg>
      </pc:sldChg>
      <pc:sldChg chg="addSp delSp modSp mod">
        <pc:chgData name="Aditya Mourya" userId="428a1ae887825529" providerId="LiveId" clId="{87D7F8E1-0308-4189-B5D6-A0DF8AF2A076}" dt="2025-03-20T06:13:10.482" v="375" actId="1076"/>
        <pc:sldMkLst>
          <pc:docMk/>
          <pc:sldMk cId="0" sldId="272"/>
        </pc:sldMkLst>
        <pc:picChg chg="add mod">
          <ac:chgData name="Aditya Mourya" userId="428a1ae887825529" providerId="LiveId" clId="{87D7F8E1-0308-4189-B5D6-A0DF8AF2A076}" dt="2025-03-20T06:13:10.482" v="375" actId="1076"/>
          <ac:picMkLst>
            <pc:docMk/>
            <pc:sldMk cId="0" sldId="272"/>
            <ac:picMk id="5" creationId="{F3520581-DA6D-D488-0E67-EC14E44C3404}"/>
          </ac:picMkLst>
        </pc:picChg>
      </pc:sldChg>
      <pc:sldChg chg="new">
        <pc:chgData name="Aditya Mourya" userId="428a1ae887825529" providerId="LiveId" clId="{87D7F8E1-0308-4189-B5D6-A0DF8AF2A076}" dt="2025-03-20T06:15:09.172" v="378" actId="680"/>
        <pc:sldMkLst>
          <pc:docMk/>
          <pc:sldMk cId="1501452007" sldId="277"/>
        </pc:sldMkLst>
      </pc:sldChg>
      <pc:sldChg chg="new del">
        <pc:chgData name="Aditya Mourya" userId="428a1ae887825529" providerId="LiveId" clId="{87D7F8E1-0308-4189-B5D6-A0DF8AF2A076}" dt="2025-03-20T06:14:40.228" v="377" actId="2696"/>
        <pc:sldMkLst>
          <pc:docMk/>
          <pc:sldMk cId="3375815825" sldId="277"/>
        </pc:sldMkLst>
      </pc:sldChg>
      <pc:sldChg chg="addSp modSp add mod ord modNotes">
        <pc:chgData name="Aditya Mourya" userId="428a1ae887825529" providerId="LiveId" clId="{87D7F8E1-0308-4189-B5D6-A0DF8AF2A076}" dt="2025-03-20T06:15:43.632" v="388"/>
        <pc:sldMkLst>
          <pc:docMk/>
          <pc:sldMk cId="3020507900" sldId="278"/>
        </pc:sldMkLst>
        <pc:picChg chg="add mod">
          <ac:chgData name="Aditya Mourya" userId="428a1ae887825529" providerId="LiveId" clId="{87D7F8E1-0308-4189-B5D6-A0DF8AF2A076}" dt="2025-03-20T06:15:38.296" v="386" actId="14100"/>
          <ac:picMkLst>
            <pc:docMk/>
            <pc:sldMk cId="3020507900" sldId="278"/>
            <ac:picMk id="3" creationId="{52BF6D6E-3AEE-2719-2AA2-683EB375F7AC}"/>
          </ac:picMkLst>
        </pc:picChg>
      </pc:sldChg>
      <pc:sldMasterChg chg="delSldLayout">
        <pc:chgData name="Aditya Mourya" userId="428a1ae887825529" providerId="LiveId" clId="{87D7F8E1-0308-4189-B5D6-A0DF8AF2A076}" dt="2025-03-20T06:14:40.228" v="377" actId="2696"/>
        <pc:sldMasterMkLst>
          <pc:docMk/>
          <pc:sldMasterMk cId="0" sldId="2147483681"/>
        </pc:sldMasterMkLst>
        <pc:sldLayoutChg chg="del">
          <pc:chgData name="Aditya Mourya" userId="428a1ae887825529" providerId="LiveId" clId="{87D7F8E1-0308-4189-B5D6-A0DF8AF2A076}" dt="2025-03-20T06:14:40.228" v="377" actId="2696"/>
          <pc:sldLayoutMkLst>
            <pc:docMk/>
            <pc:sldMasterMk cId="0" sldId="2147483681"/>
            <pc:sldLayoutMk cId="0" sldId="2147483658"/>
          </pc:sldLayoutMkLst>
        </pc:sldLayoutChg>
      </pc:sldMasterChg>
    </pc:docChg>
  </pc:docChgLst>
  <pc:docChgLst>
    <pc:chgData name="Aditya Mourya" userId="428a1ae887825529" providerId="LiveId" clId="{45192EBD-A7CC-44D4-A974-4AB5E9906C5A}"/>
    <pc:docChg chg="undo custSel modSld">
      <pc:chgData name="Aditya Mourya" userId="428a1ae887825529" providerId="LiveId" clId="{45192EBD-A7CC-44D4-A974-4AB5E9906C5A}" dt="2025-03-27T13:03:45.702" v="180" actId="14100"/>
      <pc:docMkLst>
        <pc:docMk/>
      </pc:docMkLst>
      <pc:sldChg chg="modSp mod setBg">
        <pc:chgData name="Aditya Mourya" userId="428a1ae887825529" providerId="LiveId" clId="{45192EBD-A7CC-44D4-A974-4AB5E9906C5A}" dt="2025-03-27T12:02:04.509" v="165"/>
        <pc:sldMkLst>
          <pc:docMk/>
          <pc:sldMk cId="0" sldId="257"/>
        </pc:sldMkLst>
        <pc:spChg chg="mod">
          <ac:chgData name="Aditya Mourya" userId="428a1ae887825529" providerId="LiveId" clId="{45192EBD-A7CC-44D4-A974-4AB5E9906C5A}" dt="2025-03-27T12:00:51.184" v="135" actId="120"/>
          <ac:spMkLst>
            <pc:docMk/>
            <pc:sldMk cId="0" sldId="257"/>
            <ac:spMk id="2" creationId="{D534E2DA-9A53-77B6-EE54-FBC0CCF852E3}"/>
          </ac:spMkLst>
        </pc:spChg>
      </pc:sldChg>
      <pc:sldChg chg="addSp modSp mod">
        <pc:chgData name="Aditya Mourya" userId="428a1ae887825529" providerId="LiveId" clId="{45192EBD-A7CC-44D4-A974-4AB5E9906C5A}" dt="2025-03-27T11:51:45.441" v="3" actId="1076"/>
        <pc:sldMkLst>
          <pc:docMk/>
          <pc:sldMk cId="0" sldId="258"/>
        </pc:sldMkLst>
        <pc:spChg chg="add mod">
          <ac:chgData name="Aditya Mourya" userId="428a1ae887825529" providerId="LiveId" clId="{45192EBD-A7CC-44D4-A974-4AB5E9906C5A}" dt="2025-03-27T11:51:45.441" v="3" actId="1076"/>
          <ac:spMkLst>
            <pc:docMk/>
            <pc:sldMk cId="0" sldId="258"/>
            <ac:spMk id="2" creationId="{6E60D175-6441-118C-6192-18E8DB960978}"/>
          </ac:spMkLst>
        </pc:spChg>
      </pc:sldChg>
      <pc:sldChg chg="setBg">
        <pc:chgData name="Aditya Mourya" userId="428a1ae887825529" providerId="LiveId" clId="{45192EBD-A7CC-44D4-A974-4AB5E9906C5A}" dt="2025-03-27T12:05:42.375" v="177"/>
        <pc:sldMkLst>
          <pc:docMk/>
          <pc:sldMk cId="0" sldId="259"/>
        </pc:sldMkLst>
      </pc:sldChg>
      <pc:sldChg chg="modSp mod">
        <pc:chgData name="Aditya Mourya" userId="428a1ae887825529" providerId="LiveId" clId="{45192EBD-A7CC-44D4-A974-4AB5E9906C5A}" dt="2025-03-27T13:03:45.702" v="180" actId="14100"/>
        <pc:sldMkLst>
          <pc:docMk/>
          <pc:sldMk cId="0" sldId="261"/>
        </pc:sldMkLst>
        <pc:graphicFrameChg chg="mod modGraphic">
          <ac:chgData name="Aditya Mourya" userId="428a1ae887825529" providerId="LiveId" clId="{45192EBD-A7CC-44D4-A974-4AB5E9906C5A}" dt="2025-03-27T13:03:45.702" v="180" actId="14100"/>
          <ac:graphicFrameMkLst>
            <pc:docMk/>
            <pc:sldMk cId="0" sldId="261"/>
            <ac:graphicFrameMk id="3" creationId="{2CBAA48A-31A0-21B8-FE24-A87AEC50E8F5}"/>
          </ac:graphicFrameMkLst>
        </pc:graphicFrameChg>
      </pc:sldChg>
      <pc:sldChg chg="addSp modSp mod">
        <pc:chgData name="Aditya Mourya" userId="428a1ae887825529" providerId="LiveId" clId="{45192EBD-A7CC-44D4-A974-4AB5E9906C5A}" dt="2025-03-27T11:52:24.771" v="8" actId="1076"/>
        <pc:sldMkLst>
          <pc:docMk/>
          <pc:sldMk cId="0" sldId="266"/>
        </pc:sldMkLst>
        <pc:spChg chg="add mod">
          <ac:chgData name="Aditya Mourya" userId="428a1ae887825529" providerId="LiveId" clId="{45192EBD-A7CC-44D4-A974-4AB5E9906C5A}" dt="2025-03-27T11:52:24.771" v="8" actId="1076"/>
          <ac:spMkLst>
            <pc:docMk/>
            <pc:sldMk cId="0" sldId="266"/>
            <ac:spMk id="3" creationId="{42C51B12-B1B2-B282-7A0B-4E966288E89F}"/>
          </ac:spMkLst>
        </pc:spChg>
      </pc:sldChg>
      <pc:sldChg chg="addSp modSp mod">
        <pc:chgData name="Aditya Mourya" userId="428a1ae887825529" providerId="LiveId" clId="{45192EBD-A7CC-44D4-A974-4AB5E9906C5A}" dt="2025-03-27T13:02:12.225" v="179" actId="14100"/>
        <pc:sldMkLst>
          <pc:docMk/>
          <pc:sldMk cId="0" sldId="267"/>
        </pc:sldMkLst>
        <pc:spChg chg="add mod">
          <ac:chgData name="Aditya Mourya" userId="428a1ae887825529" providerId="LiveId" clId="{45192EBD-A7CC-44D4-A974-4AB5E9906C5A}" dt="2025-03-27T11:53:14.754" v="14" actId="1076"/>
          <ac:spMkLst>
            <pc:docMk/>
            <pc:sldMk cId="0" sldId="267"/>
            <ac:spMk id="4" creationId="{1359709A-CC4F-16CB-2B9B-8B0F0F47EE1E}"/>
          </ac:spMkLst>
        </pc:spChg>
        <pc:spChg chg="add mod">
          <ac:chgData name="Aditya Mourya" userId="428a1ae887825529" providerId="LiveId" clId="{45192EBD-A7CC-44D4-A974-4AB5E9906C5A}" dt="2025-03-27T11:53:10.085" v="13" actId="1076"/>
          <ac:spMkLst>
            <pc:docMk/>
            <pc:sldMk cId="0" sldId="267"/>
            <ac:spMk id="5" creationId="{DAD181A4-507C-A208-584E-093D17F330AB}"/>
          </ac:spMkLst>
        </pc:spChg>
        <pc:graphicFrameChg chg="mod">
          <ac:chgData name="Aditya Mourya" userId="428a1ae887825529" providerId="LiveId" clId="{45192EBD-A7CC-44D4-A974-4AB5E9906C5A}" dt="2025-03-27T13:02:12.225" v="179" actId="14100"/>
          <ac:graphicFrameMkLst>
            <pc:docMk/>
            <pc:sldMk cId="0" sldId="267"/>
            <ac:graphicFrameMk id="2" creationId="{74B34D2D-F5A8-0980-82CC-81D6EBC00647}"/>
          </ac:graphicFrameMkLst>
        </pc:graphicFrameChg>
      </pc:sldChg>
      <pc:sldChg chg="addSp modSp">
        <pc:chgData name="Aditya Mourya" userId="428a1ae887825529" providerId="LiveId" clId="{45192EBD-A7CC-44D4-A974-4AB5E9906C5A}" dt="2025-03-27T11:53:52.678" v="15"/>
        <pc:sldMkLst>
          <pc:docMk/>
          <pc:sldMk cId="0" sldId="276"/>
        </pc:sldMkLst>
        <pc:spChg chg="add mod">
          <ac:chgData name="Aditya Mourya" userId="428a1ae887825529" providerId="LiveId" clId="{45192EBD-A7CC-44D4-A974-4AB5E9906C5A}" dt="2025-03-27T11:53:52.678" v="15"/>
          <ac:spMkLst>
            <pc:docMk/>
            <pc:sldMk cId="0" sldId="276"/>
            <ac:spMk id="3" creationId="{9EFFB2C3-2B20-C4A1-207D-A8CC04201C3D}"/>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0598B0-0DD1-40B2-BFFB-0BF75BDF6980}" type="doc">
      <dgm:prSet loTypeId="urn:microsoft.com/office/officeart/2008/layout/RadialCluster" loCatId="cycle" qsTypeId="urn:microsoft.com/office/officeart/2005/8/quickstyle/simple3" qsCatId="simple" csTypeId="urn:microsoft.com/office/officeart/2005/8/colors/accent4_2" csCatId="accent4" phldr="1"/>
      <dgm:spPr/>
      <dgm:t>
        <a:bodyPr/>
        <a:lstStyle/>
        <a:p>
          <a:endParaRPr lang="en-US"/>
        </a:p>
      </dgm:t>
    </dgm:pt>
    <dgm:pt modelId="{A08539FA-A6E6-4CDE-98C2-487F9E605771}">
      <dgm:prSet phldrT="[Text]" custT="1">
        <dgm:style>
          <a:lnRef idx="1">
            <a:schemeClr val="accent4"/>
          </a:lnRef>
          <a:fillRef idx="2">
            <a:schemeClr val="accent4"/>
          </a:fillRef>
          <a:effectRef idx="1">
            <a:schemeClr val="accent4"/>
          </a:effectRef>
          <a:fontRef idx="minor">
            <a:schemeClr val="dk1"/>
          </a:fontRef>
        </dgm:style>
      </dgm:prSet>
      <dgm:spPr>
        <a:ln/>
      </dgm:spPr>
      <dgm:t>
        <a:bodyPr/>
        <a:lstStyle/>
        <a:p>
          <a:r>
            <a:rPr lang="en-US" sz="1800" dirty="0">
              <a:solidFill>
                <a:schemeClr val="accent4">
                  <a:lumMod val="50000"/>
                </a:schemeClr>
              </a:solidFill>
              <a:latin typeface="Times New Roman" panose="02020603050405020304" pitchFamily="18" charset="0"/>
              <a:cs typeface="Times New Roman" panose="02020603050405020304" pitchFamily="18" charset="0"/>
            </a:rPr>
            <a:t>Objective</a:t>
          </a:r>
        </a:p>
      </dgm:t>
    </dgm:pt>
    <dgm:pt modelId="{4F2551CC-BBAD-4539-AA5B-F6A5BB3AAC8C}" type="parTrans" cxnId="{C73E2EA8-39D4-49B0-BC0C-2746FACD4CA8}">
      <dgm:prSet/>
      <dgm:spPr/>
      <dgm:t>
        <a:bodyPr/>
        <a:lstStyle/>
        <a:p>
          <a:endParaRPr lang="en-US">
            <a:solidFill>
              <a:schemeClr val="accent4">
                <a:lumMod val="50000"/>
              </a:schemeClr>
            </a:solidFill>
          </a:endParaRPr>
        </a:p>
      </dgm:t>
    </dgm:pt>
    <dgm:pt modelId="{708D447D-9BF0-45F7-93B5-60A3D5AF593C}" type="sibTrans" cxnId="{C73E2EA8-39D4-49B0-BC0C-2746FACD4CA8}">
      <dgm:prSet/>
      <dgm:spPr/>
      <dgm:t>
        <a:bodyPr/>
        <a:lstStyle/>
        <a:p>
          <a:endParaRPr lang="en-US">
            <a:solidFill>
              <a:schemeClr val="accent4">
                <a:lumMod val="50000"/>
              </a:schemeClr>
            </a:solidFill>
          </a:endParaRPr>
        </a:p>
      </dgm:t>
    </dgm:pt>
    <dgm:pt modelId="{B077BED1-E843-4B95-85F1-8CDF4161D0B3}">
      <dgm:prSet phldrT="[Text]" custT="1">
        <dgm:style>
          <a:lnRef idx="1">
            <a:schemeClr val="accent1"/>
          </a:lnRef>
          <a:fillRef idx="2">
            <a:schemeClr val="accent1"/>
          </a:fillRef>
          <a:effectRef idx="1">
            <a:schemeClr val="accent1"/>
          </a:effectRef>
          <a:fontRef idx="minor">
            <a:schemeClr val="dk1"/>
          </a:fontRef>
        </dgm:style>
      </dgm:prSet>
      <dgm:spPr>
        <a:ln/>
      </dgm:spPr>
      <dgm:t>
        <a:bodyPr/>
        <a:lstStyle/>
        <a:p>
          <a:r>
            <a:rPr lang="en-US" sz="1400" b="0" dirty="0">
              <a:solidFill>
                <a:schemeClr val="accent4">
                  <a:lumMod val="50000"/>
                </a:schemeClr>
              </a:solidFill>
              <a:latin typeface="Times New Roman" panose="02020603050405020304" pitchFamily="18" charset="0"/>
              <a:cs typeface="Times New Roman" panose="02020603050405020304" pitchFamily="18" charset="0"/>
            </a:rPr>
            <a:t>Reduce Bias in Recommendations</a:t>
          </a:r>
        </a:p>
        <a:p>
          <a:endParaRPr lang="en-US" sz="1400" b="0" dirty="0">
            <a:solidFill>
              <a:schemeClr val="accent4">
                <a:lumMod val="50000"/>
              </a:schemeClr>
            </a:solidFill>
            <a:latin typeface="Times New Roman" panose="02020603050405020304" pitchFamily="18" charset="0"/>
            <a:cs typeface="Times New Roman" panose="02020603050405020304" pitchFamily="18" charset="0"/>
          </a:endParaRPr>
        </a:p>
      </dgm:t>
    </dgm:pt>
    <dgm:pt modelId="{DD6892CF-3C20-47E9-BE7A-9C9906BF6463}" type="parTrans" cxnId="{50268BE9-7012-4BFE-A6EE-703F0645D275}">
      <dgm:prSet>
        <dgm:style>
          <a:lnRef idx="1">
            <a:schemeClr val="accent4"/>
          </a:lnRef>
          <a:fillRef idx="2">
            <a:schemeClr val="accent4"/>
          </a:fillRef>
          <a:effectRef idx="1">
            <a:schemeClr val="accent4"/>
          </a:effectRef>
          <a:fontRef idx="minor">
            <a:schemeClr val="dk1"/>
          </a:fontRef>
        </dgm:style>
      </dgm:prSet>
      <dgm:spPr>
        <a:ln/>
        <a:effectLst>
          <a:glow rad="63500">
            <a:schemeClr val="accent4">
              <a:satMod val="175000"/>
              <a:alpha val="40000"/>
            </a:schemeClr>
          </a:glow>
        </a:effectLst>
      </dgm:spPr>
      <dgm:t>
        <a:bodyPr/>
        <a:lstStyle/>
        <a:p>
          <a:endParaRPr lang="en-US" sz="2500">
            <a:solidFill>
              <a:schemeClr val="accent4">
                <a:lumMod val="50000"/>
              </a:schemeClr>
            </a:solidFill>
            <a:latin typeface="Times New Roman" panose="02020603050405020304" pitchFamily="18" charset="0"/>
            <a:cs typeface="Times New Roman" panose="02020603050405020304" pitchFamily="18" charset="0"/>
          </a:endParaRPr>
        </a:p>
      </dgm:t>
    </dgm:pt>
    <dgm:pt modelId="{E083CAB9-8733-44FD-A62E-7307EECA44BB}" type="sibTrans" cxnId="{50268BE9-7012-4BFE-A6EE-703F0645D275}">
      <dgm:prSet/>
      <dgm:spPr/>
      <dgm:t>
        <a:bodyPr/>
        <a:lstStyle/>
        <a:p>
          <a:endParaRPr lang="en-US">
            <a:solidFill>
              <a:schemeClr val="accent4">
                <a:lumMod val="50000"/>
              </a:schemeClr>
            </a:solidFill>
          </a:endParaRPr>
        </a:p>
      </dgm:t>
    </dgm:pt>
    <dgm:pt modelId="{36BEC00A-D9B8-44CC-A2FB-E49E2AFC944F}">
      <dgm:prSet phldrT="[Text]" custT="1">
        <dgm:style>
          <a:lnRef idx="1">
            <a:schemeClr val="accent2"/>
          </a:lnRef>
          <a:fillRef idx="2">
            <a:schemeClr val="accent2"/>
          </a:fillRef>
          <a:effectRef idx="1">
            <a:schemeClr val="accent2"/>
          </a:effectRef>
          <a:fontRef idx="minor">
            <a:schemeClr val="dk1"/>
          </a:fontRef>
        </dgm:style>
      </dgm:prSet>
      <dgm:spPr>
        <a:ln/>
      </dgm:spPr>
      <dgm:t>
        <a:bodyPr/>
        <a:lstStyle/>
        <a:p>
          <a:r>
            <a:rPr lang="en-US" sz="1400" b="0" dirty="0">
              <a:solidFill>
                <a:schemeClr val="accent4">
                  <a:lumMod val="50000"/>
                </a:schemeClr>
              </a:solidFill>
              <a:latin typeface="Times New Roman" panose="02020603050405020304" pitchFamily="18" charset="0"/>
              <a:cs typeface="Times New Roman" panose="02020603050405020304" pitchFamily="18" charset="0"/>
            </a:rPr>
            <a:t>Maintain Privacy and Data security</a:t>
          </a:r>
        </a:p>
      </dgm:t>
    </dgm:pt>
    <dgm:pt modelId="{5411F92E-ED34-4758-BA2C-418191B9F1FD}" type="parTrans" cxnId="{4D210AC5-8256-4065-A7A9-0BA7C7E96B0F}">
      <dgm:prSet>
        <dgm:style>
          <a:lnRef idx="1">
            <a:schemeClr val="accent4"/>
          </a:lnRef>
          <a:fillRef idx="2">
            <a:schemeClr val="accent4"/>
          </a:fillRef>
          <a:effectRef idx="1">
            <a:schemeClr val="accent4"/>
          </a:effectRef>
          <a:fontRef idx="minor">
            <a:schemeClr val="dk1"/>
          </a:fontRef>
        </dgm:style>
      </dgm:prSet>
      <dgm:spPr>
        <a:ln/>
        <a:effectLst>
          <a:glow rad="63500">
            <a:schemeClr val="accent4">
              <a:satMod val="175000"/>
              <a:alpha val="40000"/>
            </a:schemeClr>
          </a:glow>
        </a:effectLst>
      </dgm:spPr>
      <dgm:t>
        <a:bodyPr/>
        <a:lstStyle/>
        <a:p>
          <a:endParaRPr lang="en-US" sz="2500">
            <a:solidFill>
              <a:schemeClr val="accent4">
                <a:lumMod val="50000"/>
              </a:schemeClr>
            </a:solidFill>
            <a:latin typeface="Times New Roman" panose="02020603050405020304" pitchFamily="18" charset="0"/>
            <a:cs typeface="Times New Roman" panose="02020603050405020304" pitchFamily="18" charset="0"/>
          </a:endParaRPr>
        </a:p>
      </dgm:t>
    </dgm:pt>
    <dgm:pt modelId="{7E7AF574-D46E-43F4-922A-CB227E61C44D}" type="sibTrans" cxnId="{4D210AC5-8256-4065-A7A9-0BA7C7E96B0F}">
      <dgm:prSet/>
      <dgm:spPr/>
      <dgm:t>
        <a:bodyPr/>
        <a:lstStyle/>
        <a:p>
          <a:endParaRPr lang="en-US">
            <a:solidFill>
              <a:schemeClr val="accent4">
                <a:lumMod val="50000"/>
              </a:schemeClr>
            </a:solidFill>
          </a:endParaRPr>
        </a:p>
      </dgm:t>
    </dgm:pt>
    <dgm:pt modelId="{F2940E6A-F304-42AC-A90D-C8049DBC112A}">
      <dgm:prSet phldrT="[Text]" custT="1">
        <dgm:style>
          <a:lnRef idx="1">
            <a:schemeClr val="dk1"/>
          </a:lnRef>
          <a:fillRef idx="2">
            <a:schemeClr val="dk1"/>
          </a:fillRef>
          <a:effectRef idx="1">
            <a:schemeClr val="dk1"/>
          </a:effectRef>
          <a:fontRef idx="minor">
            <a:schemeClr val="dk1"/>
          </a:fontRef>
        </dgm:style>
      </dgm:prSet>
      <dgm:spPr>
        <a:ln/>
      </dgm:spPr>
      <dgm:t>
        <a:bodyPr/>
        <a:lstStyle/>
        <a:p>
          <a:r>
            <a:rPr lang="en-US" sz="1400" b="0" dirty="0">
              <a:solidFill>
                <a:schemeClr val="accent4">
                  <a:lumMod val="50000"/>
                </a:schemeClr>
              </a:solidFill>
              <a:latin typeface="Times New Roman" panose="02020603050405020304" pitchFamily="18" charset="0"/>
              <a:cs typeface="Times New Roman" panose="02020603050405020304" pitchFamily="18" charset="0"/>
            </a:rPr>
            <a:t>Incorporate Context Aware suggestions</a:t>
          </a:r>
        </a:p>
      </dgm:t>
    </dgm:pt>
    <dgm:pt modelId="{70BA29E9-967C-438E-8AF2-E56F627AB585}" type="parTrans" cxnId="{46991FCF-9ED2-47AA-BF69-3FC3067BB54C}">
      <dgm:prSet>
        <dgm:style>
          <a:lnRef idx="1">
            <a:schemeClr val="accent4"/>
          </a:lnRef>
          <a:fillRef idx="2">
            <a:schemeClr val="accent4"/>
          </a:fillRef>
          <a:effectRef idx="1">
            <a:schemeClr val="accent4"/>
          </a:effectRef>
          <a:fontRef idx="minor">
            <a:schemeClr val="dk1"/>
          </a:fontRef>
        </dgm:style>
      </dgm:prSet>
      <dgm:spPr>
        <a:ln/>
        <a:effectLst>
          <a:glow rad="63500">
            <a:schemeClr val="accent4">
              <a:satMod val="175000"/>
              <a:alpha val="40000"/>
            </a:schemeClr>
          </a:glow>
        </a:effectLst>
      </dgm:spPr>
      <dgm:t>
        <a:bodyPr/>
        <a:lstStyle/>
        <a:p>
          <a:endParaRPr lang="en-US" sz="2500">
            <a:solidFill>
              <a:schemeClr val="accent4">
                <a:lumMod val="50000"/>
              </a:schemeClr>
            </a:solidFill>
            <a:latin typeface="Times New Roman" panose="02020603050405020304" pitchFamily="18" charset="0"/>
            <a:cs typeface="Times New Roman" panose="02020603050405020304" pitchFamily="18" charset="0"/>
          </a:endParaRPr>
        </a:p>
      </dgm:t>
    </dgm:pt>
    <dgm:pt modelId="{28C84E61-2061-4C28-82D4-A1AD4E2923D6}" type="sibTrans" cxnId="{46991FCF-9ED2-47AA-BF69-3FC3067BB54C}">
      <dgm:prSet/>
      <dgm:spPr/>
      <dgm:t>
        <a:bodyPr/>
        <a:lstStyle/>
        <a:p>
          <a:endParaRPr lang="en-US">
            <a:solidFill>
              <a:schemeClr val="accent4">
                <a:lumMod val="50000"/>
              </a:schemeClr>
            </a:solidFill>
          </a:endParaRPr>
        </a:p>
      </dgm:t>
    </dgm:pt>
    <dgm:pt modelId="{B8ACC3E7-46F4-40B0-BD91-FFE4D41F94CF}">
      <dgm:prSet phldrT="[Text]" custT="1">
        <dgm:style>
          <a:lnRef idx="1">
            <a:schemeClr val="accent1"/>
          </a:lnRef>
          <a:fillRef idx="2">
            <a:schemeClr val="accent1"/>
          </a:fillRef>
          <a:effectRef idx="1">
            <a:schemeClr val="accent1"/>
          </a:effectRef>
          <a:fontRef idx="minor">
            <a:schemeClr val="dk1"/>
          </a:fontRef>
        </dgm:style>
      </dgm:prSet>
      <dgm:spPr>
        <a:ln/>
      </dgm:spPr>
      <dgm:t>
        <a:bodyPr/>
        <a:lstStyle/>
        <a:p>
          <a:pPr>
            <a:buFont typeface="Arial" panose="020B0604020202020204" pitchFamily="34" charset="0"/>
            <a:buNone/>
          </a:pPr>
          <a:r>
            <a:rPr lang="en-US" sz="1400" b="0" dirty="0">
              <a:solidFill>
                <a:schemeClr val="accent4">
                  <a:lumMod val="50000"/>
                </a:schemeClr>
              </a:solidFill>
              <a:latin typeface="Times New Roman" panose="02020603050405020304" pitchFamily="18" charset="0"/>
              <a:cs typeface="Times New Roman" panose="02020603050405020304" pitchFamily="18" charset="0"/>
            </a:rPr>
            <a:t>Improve User engagement </a:t>
          </a:r>
        </a:p>
      </dgm:t>
    </dgm:pt>
    <dgm:pt modelId="{80733CD4-7D48-408A-BB90-A14CD8B7CF1C}" type="parTrans" cxnId="{F0A143A2-6A8F-47BD-BDFB-9A38173F4021}">
      <dgm:prSet/>
      <dgm:spPr>
        <a:effectLst>
          <a:glow rad="63500">
            <a:schemeClr val="accent4">
              <a:satMod val="175000"/>
              <a:alpha val="40000"/>
            </a:schemeClr>
          </a:glow>
        </a:effectLst>
      </dgm:spPr>
      <dgm:t>
        <a:bodyPr/>
        <a:lstStyle/>
        <a:p>
          <a:endParaRPr lang="en-IN">
            <a:solidFill>
              <a:schemeClr val="accent4">
                <a:lumMod val="50000"/>
              </a:schemeClr>
            </a:solidFill>
          </a:endParaRPr>
        </a:p>
      </dgm:t>
    </dgm:pt>
    <dgm:pt modelId="{F67F19E2-C046-455A-9878-97D6CFCAE5E6}" type="sibTrans" cxnId="{F0A143A2-6A8F-47BD-BDFB-9A38173F4021}">
      <dgm:prSet/>
      <dgm:spPr/>
      <dgm:t>
        <a:bodyPr/>
        <a:lstStyle/>
        <a:p>
          <a:endParaRPr lang="en-IN">
            <a:solidFill>
              <a:schemeClr val="accent4">
                <a:lumMod val="50000"/>
              </a:schemeClr>
            </a:solidFill>
          </a:endParaRPr>
        </a:p>
      </dgm:t>
    </dgm:pt>
    <dgm:pt modelId="{1E65F66E-E48B-4432-B9A0-293B453957F0}">
      <dgm:prSet phldrT="[Text]" custT="1">
        <dgm:style>
          <a:lnRef idx="1">
            <a:schemeClr val="accent2"/>
          </a:lnRef>
          <a:fillRef idx="2">
            <a:schemeClr val="accent2"/>
          </a:fillRef>
          <a:effectRef idx="1">
            <a:schemeClr val="accent2"/>
          </a:effectRef>
          <a:fontRef idx="minor">
            <a:schemeClr val="dk1"/>
          </a:fontRef>
        </dgm:style>
      </dgm:prSet>
      <dgm:spPr>
        <a:ln/>
      </dgm:spPr>
      <dgm:t>
        <a:bodyPr/>
        <a:lstStyle/>
        <a:p>
          <a:r>
            <a:rPr lang="en-US" sz="1400" b="0" dirty="0">
              <a:solidFill>
                <a:schemeClr val="accent4">
                  <a:lumMod val="50000"/>
                </a:schemeClr>
              </a:solidFill>
              <a:latin typeface="Times New Roman" panose="02020603050405020304" pitchFamily="18" charset="0"/>
              <a:cs typeface="Times New Roman" panose="02020603050405020304" pitchFamily="18" charset="0"/>
            </a:rPr>
            <a:t>Address Cold Start Problem </a:t>
          </a:r>
        </a:p>
      </dgm:t>
    </dgm:pt>
    <dgm:pt modelId="{BDE2EE79-D98C-4FF8-8976-613D7EA6944E}" type="parTrans" cxnId="{1DE7E04B-ECCA-4114-B3E0-66E9CB8DCE50}">
      <dgm:prSet/>
      <dgm:spPr>
        <a:effectLst>
          <a:glow rad="63500">
            <a:schemeClr val="accent4">
              <a:satMod val="175000"/>
              <a:alpha val="40000"/>
            </a:schemeClr>
          </a:glow>
        </a:effectLst>
      </dgm:spPr>
      <dgm:t>
        <a:bodyPr/>
        <a:lstStyle/>
        <a:p>
          <a:endParaRPr lang="en-IN">
            <a:solidFill>
              <a:schemeClr val="accent4">
                <a:lumMod val="50000"/>
              </a:schemeClr>
            </a:solidFill>
          </a:endParaRPr>
        </a:p>
      </dgm:t>
    </dgm:pt>
    <dgm:pt modelId="{2B6AFE36-CBB5-406C-8AFA-66C65375D1BD}" type="sibTrans" cxnId="{1DE7E04B-ECCA-4114-B3E0-66E9CB8DCE50}">
      <dgm:prSet/>
      <dgm:spPr/>
      <dgm:t>
        <a:bodyPr/>
        <a:lstStyle/>
        <a:p>
          <a:endParaRPr lang="en-IN">
            <a:solidFill>
              <a:schemeClr val="accent4">
                <a:lumMod val="50000"/>
              </a:schemeClr>
            </a:solidFill>
          </a:endParaRPr>
        </a:p>
      </dgm:t>
    </dgm:pt>
    <dgm:pt modelId="{EAF8190B-5444-4209-9A93-77C2DA879383}">
      <dgm:prSet phldrT="[Text]" custT="1">
        <dgm:style>
          <a:lnRef idx="1">
            <a:schemeClr val="dk1"/>
          </a:lnRef>
          <a:fillRef idx="2">
            <a:schemeClr val="dk1"/>
          </a:fillRef>
          <a:effectRef idx="1">
            <a:schemeClr val="dk1"/>
          </a:effectRef>
          <a:fontRef idx="minor">
            <a:schemeClr val="dk1"/>
          </a:fontRef>
        </dgm:style>
      </dgm:prSet>
      <dgm:spPr>
        <a:ln/>
      </dgm:spPr>
      <dgm:t>
        <a:bodyPr/>
        <a:lstStyle/>
        <a:p>
          <a:r>
            <a:rPr lang="en-US" sz="1400" b="0" dirty="0">
              <a:solidFill>
                <a:schemeClr val="accent4">
                  <a:lumMod val="50000"/>
                </a:schemeClr>
              </a:solidFill>
              <a:latin typeface="Times New Roman" panose="02020603050405020304" pitchFamily="18" charset="0"/>
              <a:cs typeface="Times New Roman" panose="02020603050405020304" pitchFamily="18" charset="0"/>
            </a:rPr>
            <a:t>Support multi language content</a:t>
          </a:r>
        </a:p>
      </dgm:t>
    </dgm:pt>
    <dgm:pt modelId="{8A140B74-7800-4EA6-87FD-B06CD502A5FA}" type="parTrans" cxnId="{9F61F541-C796-481B-8834-A25E4706A93A}">
      <dgm:prSet/>
      <dgm:spPr>
        <a:effectLst>
          <a:glow rad="63500">
            <a:schemeClr val="accent4">
              <a:satMod val="175000"/>
              <a:alpha val="40000"/>
            </a:schemeClr>
          </a:glow>
        </a:effectLst>
      </dgm:spPr>
      <dgm:t>
        <a:bodyPr/>
        <a:lstStyle/>
        <a:p>
          <a:endParaRPr lang="en-IN">
            <a:solidFill>
              <a:schemeClr val="accent4">
                <a:lumMod val="50000"/>
              </a:schemeClr>
            </a:solidFill>
          </a:endParaRPr>
        </a:p>
      </dgm:t>
    </dgm:pt>
    <dgm:pt modelId="{46A51B12-AFE3-4406-94C6-65DF65DBA0EA}" type="sibTrans" cxnId="{9F61F541-C796-481B-8834-A25E4706A93A}">
      <dgm:prSet/>
      <dgm:spPr/>
      <dgm:t>
        <a:bodyPr/>
        <a:lstStyle/>
        <a:p>
          <a:endParaRPr lang="en-IN">
            <a:solidFill>
              <a:schemeClr val="accent4">
                <a:lumMod val="50000"/>
              </a:schemeClr>
            </a:solidFill>
          </a:endParaRPr>
        </a:p>
      </dgm:t>
    </dgm:pt>
    <dgm:pt modelId="{27E3446C-D1EF-44D8-A19C-C6193A31FE09}" type="pres">
      <dgm:prSet presAssocID="{1E0598B0-0DD1-40B2-BFFB-0BF75BDF6980}" presName="Name0" presStyleCnt="0">
        <dgm:presLayoutVars>
          <dgm:chMax val="1"/>
          <dgm:chPref val="1"/>
          <dgm:dir/>
          <dgm:animOne val="branch"/>
          <dgm:animLvl val="lvl"/>
        </dgm:presLayoutVars>
      </dgm:prSet>
      <dgm:spPr/>
    </dgm:pt>
    <dgm:pt modelId="{29247598-B034-4071-97AA-45FF0F9499E7}" type="pres">
      <dgm:prSet presAssocID="{A08539FA-A6E6-4CDE-98C2-487F9E605771}" presName="singleCycle" presStyleCnt="0"/>
      <dgm:spPr/>
    </dgm:pt>
    <dgm:pt modelId="{FFA8C0CE-55A2-4C6E-9626-CF281E27CE63}" type="pres">
      <dgm:prSet presAssocID="{A08539FA-A6E6-4CDE-98C2-487F9E605771}" presName="singleCenter" presStyleLbl="node1" presStyleIdx="0" presStyleCnt="7" custScaleX="104259" custScaleY="82939">
        <dgm:presLayoutVars>
          <dgm:chMax val="7"/>
          <dgm:chPref val="7"/>
        </dgm:presLayoutVars>
      </dgm:prSet>
      <dgm:spPr/>
    </dgm:pt>
    <dgm:pt modelId="{E52B8BF7-E56D-4AFF-974A-E2076CF0BC3D}" type="pres">
      <dgm:prSet presAssocID="{DD6892CF-3C20-47E9-BE7A-9C9906BF6463}" presName="Name56" presStyleLbl="parChTrans1D2" presStyleIdx="0" presStyleCnt="6"/>
      <dgm:spPr/>
    </dgm:pt>
    <dgm:pt modelId="{6E5F38E7-CDFE-441F-A850-989EA2A6A6F7}" type="pres">
      <dgm:prSet presAssocID="{B077BED1-E843-4B95-85F1-8CDF4161D0B3}" presName="text0" presStyleLbl="node1" presStyleIdx="1" presStyleCnt="7" custScaleX="156831" custScaleY="118751" custRadScaleRad="100000" custRadScaleInc="0">
        <dgm:presLayoutVars>
          <dgm:bulletEnabled val="1"/>
        </dgm:presLayoutVars>
      </dgm:prSet>
      <dgm:spPr/>
    </dgm:pt>
    <dgm:pt modelId="{6A1AF285-7743-4C1F-B34B-C99B2B0F8303}" type="pres">
      <dgm:prSet presAssocID="{5411F92E-ED34-4758-BA2C-418191B9F1FD}" presName="Name56" presStyleLbl="parChTrans1D2" presStyleIdx="1" presStyleCnt="6"/>
      <dgm:spPr/>
    </dgm:pt>
    <dgm:pt modelId="{38C8712C-3F16-4D58-A93A-76930DBB080E}" type="pres">
      <dgm:prSet presAssocID="{36BEC00A-D9B8-44CC-A2FB-E49E2AFC944F}" presName="text0" presStyleLbl="node1" presStyleIdx="2" presStyleCnt="7" custScaleX="156831" custScaleY="118751" custRadScaleRad="101301" custRadScaleInc="-4167">
        <dgm:presLayoutVars>
          <dgm:bulletEnabled val="1"/>
        </dgm:presLayoutVars>
      </dgm:prSet>
      <dgm:spPr/>
    </dgm:pt>
    <dgm:pt modelId="{045A620F-A142-44FB-AD66-806C59E5A900}" type="pres">
      <dgm:prSet presAssocID="{70BA29E9-967C-438E-8AF2-E56F627AB585}" presName="Name56" presStyleLbl="parChTrans1D2" presStyleIdx="2" presStyleCnt="6"/>
      <dgm:spPr/>
    </dgm:pt>
    <dgm:pt modelId="{974D5725-743A-47E3-AF9C-C62FF65A186F}" type="pres">
      <dgm:prSet presAssocID="{F2940E6A-F304-42AC-A90D-C8049DBC112A}" presName="text0" presStyleLbl="node1" presStyleIdx="3" presStyleCnt="7" custScaleX="156831" custScaleY="118751" custRadScaleRad="98749" custRadScaleInc="-4275">
        <dgm:presLayoutVars>
          <dgm:bulletEnabled val="1"/>
        </dgm:presLayoutVars>
      </dgm:prSet>
      <dgm:spPr/>
    </dgm:pt>
    <dgm:pt modelId="{2A305FF8-CB8C-42F7-88AF-890D57DB80A8}" type="pres">
      <dgm:prSet presAssocID="{80733CD4-7D48-408A-BB90-A14CD8B7CF1C}" presName="Name56" presStyleLbl="parChTrans1D2" presStyleIdx="3" presStyleCnt="6"/>
      <dgm:spPr/>
    </dgm:pt>
    <dgm:pt modelId="{B5023D92-C6F4-4892-A7B7-263D9BE4607B}" type="pres">
      <dgm:prSet presAssocID="{B8ACC3E7-46F4-40B0-BD91-FFE4D41F94CF}" presName="text0" presStyleLbl="node1" presStyleIdx="4" presStyleCnt="7" custScaleX="156831" custScaleY="118751" custRadScaleRad="97449" custRadScaleInc="0">
        <dgm:presLayoutVars>
          <dgm:bulletEnabled val="1"/>
        </dgm:presLayoutVars>
      </dgm:prSet>
      <dgm:spPr/>
    </dgm:pt>
    <dgm:pt modelId="{6E52511D-4D5F-4FF0-AC48-BBCC59D47574}" type="pres">
      <dgm:prSet presAssocID="{BDE2EE79-D98C-4FF8-8976-613D7EA6944E}" presName="Name56" presStyleLbl="parChTrans1D2" presStyleIdx="4" presStyleCnt="6"/>
      <dgm:spPr/>
    </dgm:pt>
    <dgm:pt modelId="{6A94C4FD-A01C-424F-B9A1-972974029001}" type="pres">
      <dgm:prSet presAssocID="{1E65F66E-E48B-4432-B9A0-293B453957F0}" presName="text0" presStyleLbl="node1" presStyleIdx="5" presStyleCnt="7" custScaleX="156831" custScaleY="118751" custRadScaleRad="98749" custRadScaleInc="4275">
        <dgm:presLayoutVars>
          <dgm:bulletEnabled val="1"/>
        </dgm:presLayoutVars>
      </dgm:prSet>
      <dgm:spPr/>
    </dgm:pt>
    <dgm:pt modelId="{C33F4A1C-4F26-49BA-A3AE-4FB37E13B805}" type="pres">
      <dgm:prSet presAssocID="{8A140B74-7800-4EA6-87FD-B06CD502A5FA}" presName="Name56" presStyleLbl="parChTrans1D2" presStyleIdx="5" presStyleCnt="6"/>
      <dgm:spPr/>
    </dgm:pt>
    <dgm:pt modelId="{FBF38C1F-38E5-4C0D-B5C8-B5E2E4F3F89E}" type="pres">
      <dgm:prSet presAssocID="{EAF8190B-5444-4209-9A93-77C2DA879383}" presName="text0" presStyleLbl="node1" presStyleIdx="6" presStyleCnt="7" custScaleX="156831" custScaleY="118751" custRadScaleRad="101300" custRadScaleInc="4167">
        <dgm:presLayoutVars>
          <dgm:bulletEnabled val="1"/>
        </dgm:presLayoutVars>
      </dgm:prSet>
      <dgm:spPr/>
    </dgm:pt>
  </dgm:ptLst>
  <dgm:cxnLst>
    <dgm:cxn modelId="{0A08CC19-A6C1-486C-BBC9-5C87F5736589}" type="presOf" srcId="{5411F92E-ED34-4758-BA2C-418191B9F1FD}" destId="{6A1AF285-7743-4C1F-B34B-C99B2B0F8303}" srcOrd="0" destOrd="0" presId="urn:microsoft.com/office/officeart/2008/layout/RadialCluster"/>
    <dgm:cxn modelId="{55A9DA19-A96C-43F9-AF78-0AAD2E08C8C0}" type="presOf" srcId="{B077BED1-E843-4B95-85F1-8CDF4161D0B3}" destId="{6E5F38E7-CDFE-441F-A850-989EA2A6A6F7}" srcOrd="0" destOrd="0" presId="urn:microsoft.com/office/officeart/2008/layout/RadialCluster"/>
    <dgm:cxn modelId="{9FB96A29-CB64-4868-942F-3F9F9602AF74}" type="presOf" srcId="{DD6892CF-3C20-47E9-BE7A-9C9906BF6463}" destId="{E52B8BF7-E56D-4AFF-974A-E2076CF0BC3D}" srcOrd="0" destOrd="0" presId="urn:microsoft.com/office/officeart/2008/layout/RadialCluster"/>
    <dgm:cxn modelId="{42BA152F-DBE5-46EE-B655-81DC99C9FDDE}" type="presOf" srcId="{1E0598B0-0DD1-40B2-BFFB-0BF75BDF6980}" destId="{27E3446C-D1EF-44D8-A19C-C6193A31FE09}" srcOrd="0" destOrd="0" presId="urn:microsoft.com/office/officeart/2008/layout/RadialCluster"/>
    <dgm:cxn modelId="{15043A34-68CF-4571-A09F-072D5EEE7C4B}" type="presOf" srcId="{8A140B74-7800-4EA6-87FD-B06CD502A5FA}" destId="{C33F4A1C-4F26-49BA-A3AE-4FB37E13B805}" srcOrd="0" destOrd="0" presId="urn:microsoft.com/office/officeart/2008/layout/RadialCluster"/>
    <dgm:cxn modelId="{9F61F541-C796-481B-8834-A25E4706A93A}" srcId="{A08539FA-A6E6-4CDE-98C2-487F9E605771}" destId="{EAF8190B-5444-4209-9A93-77C2DA879383}" srcOrd="5" destOrd="0" parTransId="{8A140B74-7800-4EA6-87FD-B06CD502A5FA}" sibTransId="{46A51B12-AFE3-4406-94C6-65DF65DBA0EA}"/>
    <dgm:cxn modelId="{B48FA14B-997C-42C5-9192-1A85A75AFAC2}" type="presOf" srcId="{70BA29E9-967C-438E-8AF2-E56F627AB585}" destId="{045A620F-A142-44FB-AD66-806C59E5A900}" srcOrd="0" destOrd="0" presId="urn:microsoft.com/office/officeart/2008/layout/RadialCluster"/>
    <dgm:cxn modelId="{1DE7E04B-ECCA-4114-B3E0-66E9CB8DCE50}" srcId="{A08539FA-A6E6-4CDE-98C2-487F9E605771}" destId="{1E65F66E-E48B-4432-B9A0-293B453957F0}" srcOrd="4" destOrd="0" parTransId="{BDE2EE79-D98C-4FF8-8976-613D7EA6944E}" sibTransId="{2B6AFE36-CBB5-406C-8AFA-66C65375D1BD}"/>
    <dgm:cxn modelId="{DC86CF54-CD7D-420E-9D69-B0811C9284ED}" type="presOf" srcId="{BDE2EE79-D98C-4FF8-8976-613D7EA6944E}" destId="{6E52511D-4D5F-4FF0-AC48-BBCC59D47574}" srcOrd="0" destOrd="0" presId="urn:microsoft.com/office/officeart/2008/layout/RadialCluster"/>
    <dgm:cxn modelId="{FA7EF582-E57E-4A14-AF4F-76CD03A99998}" type="presOf" srcId="{80733CD4-7D48-408A-BB90-A14CD8B7CF1C}" destId="{2A305FF8-CB8C-42F7-88AF-890D57DB80A8}" srcOrd="0" destOrd="0" presId="urn:microsoft.com/office/officeart/2008/layout/RadialCluster"/>
    <dgm:cxn modelId="{610F8A8D-F7D3-4A24-BCDD-4E9F17AFFF42}" type="presOf" srcId="{EAF8190B-5444-4209-9A93-77C2DA879383}" destId="{FBF38C1F-38E5-4C0D-B5C8-B5E2E4F3F89E}" srcOrd="0" destOrd="0" presId="urn:microsoft.com/office/officeart/2008/layout/RadialCluster"/>
    <dgm:cxn modelId="{EDC6D598-6AD0-4F39-BB80-F7706875F028}" type="presOf" srcId="{B8ACC3E7-46F4-40B0-BD91-FFE4D41F94CF}" destId="{B5023D92-C6F4-4892-A7B7-263D9BE4607B}" srcOrd="0" destOrd="0" presId="urn:microsoft.com/office/officeart/2008/layout/RadialCluster"/>
    <dgm:cxn modelId="{F0A143A2-6A8F-47BD-BDFB-9A38173F4021}" srcId="{A08539FA-A6E6-4CDE-98C2-487F9E605771}" destId="{B8ACC3E7-46F4-40B0-BD91-FFE4D41F94CF}" srcOrd="3" destOrd="0" parTransId="{80733CD4-7D48-408A-BB90-A14CD8B7CF1C}" sibTransId="{F67F19E2-C046-455A-9878-97D6CFCAE5E6}"/>
    <dgm:cxn modelId="{C73E2EA8-39D4-49B0-BC0C-2746FACD4CA8}" srcId="{1E0598B0-0DD1-40B2-BFFB-0BF75BDF6980}" destId="{A08539FA-A6E6-4CDE-98C2-487F9E605771}" srcOrd="0" destOrd="0" parTransId="{4F2551CC-BBAD-4539-AA5B-F6A5BB3AAC8C}" sibTransId="{708D447D-9BF0-45F7-93B5-60A3D5AF593C}"/>
    <dgm:cxn modelId="{B34C70C2-1E9C-48D8-8344-209128CC79C6}" type="presOf" srcId="{36BEC00A-D9B8-44CC-A2FB-E49E2AFC944F}" destId="{38C8712C-3F16-4D58-A93A-76930DBB080E}" srcOrd="0" destOrd="0" presId="urn:microsoft.com/office/officeart/2008/layout/RadialCluster"/>
    <dgm:cxn modelId="{4D210AC5-8256-4065-A7A9-0BA7C7E96B0F}" srcId="{A08539FA-A6E6-4CDE-98C2-487F9E605771}" destId="{36BEC00A-D9B8-44CC-A2FB-E49E2AFC944F}" srcOrd="1" destOrd="0" parTransId="{5411F92E-ED34-4758-BA2C-418191B9F1FD}" sibTransId="{7E7AF574-D46E-43F4-922A-CB227E61C44D}"/>
    <dgm:cxn modelId="{46991FCF-9ED2-47AA-BF69-3FC3067BB54C}" srcId="{A08539FA-A6E6-4CDE-98C2-487F9E605771}" destId="{F2940E6A-F304-42AC-A90D-C8049DBC112A}" srcOrd="2" destOrd="0" parTransId="{70BA29E9-967C-438E-8AF2-E56F627AB585}" sibTransId="{28C84E61-2061-4C28-82D4-A1AD4E2923D6}"/>
    <dgm:cxn modelId="{BE0583E1-7A4C-4BAF-ABB2-C8BEC75CBFBA}" type="presOf" srcId="{A08539FA-A6E6-4CDE-98C2-487F9E605771}" destId="{FFA8C0CE-55A2-4C6E-9626-CF281E27CE63}" srcOrd="0" destOrd="0" presId="urn:microsoft.com/office/officeart/2008/layout/RadialCluster"/>
    <dgm:cxn modelId="{50268BE9-7012-4BFE-A6EE-703F0645D275}" srcId="{A08539FA-A6E6-4CDE-98C2-487F9E605771}" destId="{B077BED1-E843-4B95-85F1-8CDF4161D0B3}" srcOrd="0" destOrd="0" parTransId="{DD6892CF-3C20-47E9-BE7A-9C9906BF6463}" sibTransId="{E083CAB9-8733-44FD-A62E-7307EECA44BB}"/>
    <dgm:cxn modelId="{09AEBBEB-2619-408D-9D82-3DF89C79A8DA}" type="presOf" srcId="{1E65F66E-E48B-4432-B9A0-293B453957F0}" destId="{6A94C4FD-A01C-424F-B9A1-972974029001}" srcOrd="0" destOrd="0" presId="urn:microsoft.com/office/officeart/2008/layout/RadialCluster"/>
    <dgm:cxn modelId="{45C0AFF4-6CB3-4EDE-A48D-9D7DF318747D}" type="presOf" srcId="{F2940E6A-F304-42AC-A90D-C8049DBC112A}" destId="{974D5725-743A-47E3-AF9C-C62FF65A186F}" srcOrd="0" destOrd="0" presId="urn:microsoft.com/office/officeart/2008/layout/RadialCluster"/>
    <dgm:cxn modelId="{1562EC69-938E-4EC7-8210-B3723D0FEBB9}" type="presParOf" srcId="{27E3446C-D1EF-44D8-A19C-C6193A31FE09}" destId="{29247598-B034-4071-97AA-45FF0F9499E7}" srcOrd="0" destOrd="0" presId="urn:microsoft.com/office/officeart/2008/layout/RadialCluster"/>
    <dgm:cxn modelId="{D7BDF9C7-C8A6-46DC-9DD5-EBF3A0695BDE}" type="presParOf" srcId="{29247598-B034-4071-97AA-45FF0F9499E7}" destId="{FFA8C0CE-55A2-4C6E-9626-CF281E27CE63}" srcOrd="0" destOrd="0" presId="urn:microsoft.com/office/officeart/2008/layout/RadialCluster"/>
    <dgm:cxn modelId="{30DF5AF2-C5EF-4098-86E5-A0D3DB218C06}" type="presParOf" srcId="{29247598-B034-4071-97AA-45FF0F9499E7}" destId="{E52B8BF7-E56D-4AFF-974A-E2076CF0BC3D}" srcOrd="1" destOrd="0" presId="urn:microsoft.com/office/officeart/2008/layout/RadialCluster"/>
    <dgm:cxn modelId="{B55360E1-A38B-4BA2-9593-C851B0783A11}" type="presParOf" srcId="{29247598-B034-4071-97AA-45FF0F9499E7}" destId="{6E5F38E7-CDFE-441F-A850-989EA2A6A6F7}" srcOrd="2" destOrd="0" presId="urn:microsoft.com/office/officeart/2008/layout/RadialCluster"/>
    <dgm:cxn modelId="{9B711D65-86FE-41AE-B756-8E1B763A7391}" type="presParOf" srcId="{29247598-B034-4071-97AA-45FF0F9499E7}" destId="{6A1AF285-7743-4C1F-B34B-C99B2B0F8303}" srcOrd="3" destOrd="0" presId="urn:microsoft.com/office/officeart/2008/layout/RadialCluster"/>
    <dgm:cxn modelId="{2D0541AE-F828-4D0B-AB36-8D1725E4CE01}" type="presParOf" srcId="{29247598-B034-4071-97AA-45FF0F9499E7}" destId="{38C8712C-3F16-4D58-A93A-76930DBB080E}" srcOrd="4" destOrd="0" presId="urn:microsoft.com/office/officeart/2008/layout/RadialCluster"/>
    <dgm:cxn modelId="{4D70360F-B879-4F05-869D-4E3789B66BB0}" type="presParOf" srcId="{29247598-B034-4071-97AA-45FF0F9499E7}" destId="{045A620F-A142-44FB-AD66-806C59E5A900}" srcOrd="5" destOrd="0" presId="urn:microsoft.com/office/officeart/2008/layout/RadialCluster"/>
    <dgm:cxn modelId="{5A571032-7377-4120-AAE3-D307380CD332}" type="presParOf" srcId="{29247598-B034-4071-97AA-45FF0F9499E7}" destId="{974D5725-743A-47E3-AF9C-C62FF65A186F}" srcOrd="6" destOrd="0" presId="urn:microsoft.com/office/officeart/2008/layout/RadialCluster"/>
    <dgm:cxn modelId="{47B70313-E0E2-4792-9401-869D8313FB85}" type="presParOf" srcId="{29247598-B034-4071-97AA-45FF0F9499E7}" destId="{2A305FF8-CB8C-42F7-88AF-890D57DB80A8}" srcOrd="7" destOrd="0" presId="urn:microsoft.com/office/officeart/2008/layout/RadialCluster"/>
    <dgm:cxn modelId="{0AB1D92D-2451-4D68-B2FC-363BA5E4B339}" type="presParOf" srcId="{29247598-B034-4071-97AA-45FF0F9499E7}" destId="{B5023D92-C6F4-4892-A7B7-263D9BE4607B}" srcOrd="8" destOrd="0" presId="urn:microsoft.com/office/officeart/2008/layout/RadialCluster"/>
    <dgm:cxn modelId="{56D6BF18-63E0-46CE-AAA0-281CB7456FA6}" type="presParOf" srcId="{29247598-B034-4071-97AA-45FF0F9499E7}" destId="{6E52511D-4D5F-4FF0-AC48-BBCC59D47574}" srcOrd="9" destOrd="0" presId="urn:microsoft.com/office/officeart/2008/layout/RadialCluster"/>
    <dgm:cxn modelId="{8048FF77-A8B0-41D1-B56D-FB9CCA83167B}" type="presParOf" srcId="{29247598-B034-4071-97AA-45FF0F9499E7}" destId="{6A94C4FD-A01C-424F-B9A1-972974029001}" srcOrd="10" destOrd="0" presId="urn:microsoft.com/office/officeart/2008/layout/RadialCluster"/>
    <dgm:cxn modelId="{28C57056-E610-469A-BA6E-09026CEDFEDE}" type="presParOf" srcId="{29247598-B034-4071-97AA-45FF0F9499E7}" destId="{C33F4A1C-4F26-49BA-A3AE-4FB37E13B805}" srcOrd="11" destOrd="0" presId="urn:microsoft.com/office/officeart/2008/layout/RadialCluster"/>
    <dgm:cxn modelId="{B4347DAA-BDEF-499B-91EC-D5B6EF5A64CE}" type="presParOf" srcId="{29247598-B034-4071-97AA-45FF0F9499E7}" destId="{FBF38C1F-38E5-4C0D-B5C8-B5E2E4F3F89E}" srcOrd="12" destOrd="0" presId="urn:microsoft.com/office/officeart/2008/layout/Radial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A8C0CE-55A2-4C6E-9626-CF281E27CE63}">
      <dsp:nvSpPr>
        <dsp:cNvPr id="0" name=""/>
        <dsp:cNvSpPr/>
      </dsp:nvSpPr>
      <dsp:spPr>
        <a:xfrm>
          <a:off x="3384890" y="1520887"/>
          <a:ext cx="1266531" cy="1007537"/>
        </a:xfrm>
        <a:prstGeom prst="round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4"/>
        </a:lnRef>
        <a:fillRef idx="2">
          <a:schemeClr val="accent4"/>
        </a:fillRef>
        <a:effectRef idx="1">
          <a:schemeClr val="accent4"/>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accent4">
                  <a:lumMod val="50000"/>
                </a:schemeClr>
              </a:solidFill>
              <a:latin typeface="Times New Roman" panose="02020603050405020304" pitchFamily="18" charset="0"/>
              <a:cs typeface="Times New Roman" panose="02020603050405020304" pitchFamily="18" charset="0"/>
            </a:rPr>
            <a:t>Objective</a:t>
          </a:r>
        </a:p>
      </dsp:txBody>
      <dsp:txXfrm>
        <a:off x="3434074" y="1570071"/>
        <a:ext cx="1168163" cy="909169"/>
      </dsp:txXfrm>
    </dsp:sp>
    <dsp:sp modelId="{E52B8BF7-E56D-4AFF-974A-E2076CF0BC3D}">
      <dsp:nvSpPr>
        <dsp:cNvPr id="0" name=""/>
        <dsp:cNvSpPr/>
      </dsp:nvSpPr>
      <dsp:spPr>
        <a:xfrm rot="16200000">
          <a:off x="3702996" y="1205727"/>
          <a:ext cx="630319" cy="0"/>
        </a:xfrm>
        <a:custGeom>
          <a:avLst/>
          <a:gdLst/>
          <a:ahLst/>
          <a:cxnLst/>
          <a:rect l="0" t="0" r="0" b="0"/>
          <a:pathLst>
            <a:path>
              <a:moveTo>
                <a:pt x="0" y="0"/>
              </a:moveTo>
              <a:lnTo>
                <a:pt x="630319" y="0"/>
              </a:lnTo>
            </a:path>
          </a:pathLst>
        </a:custGeom>
        <a:noFill/>
        <a:ln w="9525" cap="flat" cmpd="sng" algn="ctr">
          <a:solidFill>
            <a:schemeClr val="accent4">
              <a:shade val="95000"/>
              <a:satMod val="105000"/>
            </a:schemeClr>
          </a:solidFill>
          <a:prstDash val="solid"/>
        </a:ln>
        <a:effectLst>
          <a:glow rad="63500">
            <a:schemeClr val="accent4">
              <a:satMod val="175000"/>
              <a:alpha val="40000"/>
            </a:schemeClr>
          </a:glow>
        </a:effectLst>
      </dsp:spPr>
      <dsp:style>
        <a:lnRef idx="1">
          <a:schemeClr val="accent4"/>
        </a:lnRef>
        <a:fillRef idx="2">
          <a:schemeClr val="accent4"/>
        </a:fillRef>
        <a:effectRef idx="1">
          <a:schemeClr val="accent4"/>
        </a:effectRef>
        <a:fontRef idx="minor">
          <a:schemeClr val="dk1"/>
        </a:fontRef>
      </dsp:style>
    </dsp:sp>
    <dsp:sp modelId="{6E5F38E7-CDFE-441F-A850-989EA2A6A6F7}">
      <dsp:nvSpPr>
        <dsp:cNvPr id="0" name=""/>
        <dsp:cNvSpPr/>
      </dsp:nvSpPr>
      <dsp:spPr>
        <a:xfrm>
          <a:off x="3379923" y="-75960"/>
          <a:ext cx="1276465" cy="966528"/>
        </a:xfrm>
        <a:prstGeom prst="round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1"/>
        </a:lnRef>
        <a:fillRef idx="2">
          <a:schemeClr val="accent1"/>
        </a:fillRef>
        <a:effectRef idx="1">
          <a:schemeClr val="accent1"/>
        </a:effectRef>
        <a:fontRef idx="minor">
          <a:schemeClr val="dk1"/>
        </a:fontRef>
      </dsp:style>
      <dsp:txBody>
        <a:bodyPr spcFirstLastPara="0" vert="horz" wrap="square" lIns="35560" tIns="35560" rIns="35560" bIns="3556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accent4">
                  <a:lumMod val="50000"/>
                </a:schemeClr>
              </a:solidFill>
              <a:latin typeface="Times New Roman" panose="02020603050405020304" pitchFamily="18" charset="0"/>
              <a:cs typeface="Times New Roman" panose="02020603050405020304" pitchFamily="18" charset="0"/>
            </a:rPr>
            <a:t>Reduce Bias in Recommendations</a:t>
          </a:r>
        </a:p>
        <a:p>
          <a:pPr marL="0" lvl="0" indent="0" algn="ctr" defTabSz="622300">
            <a:lnSpc>
              <a:spcPct val="90000"/>
            </a:lnSpc>
            <a:spcBef>
              <a:spcPct val="0"/>
            </a:spcBef>
            <a:spcAft>
              <a:spcPct val="35000"/>
            </a:spcAft>
            <a:buNone/>
          </a:pPr>
          <a:endParaRPr lang="en-US" sz="1400" b="0" kern="1200" dirty="0">
            <a:solidFill>
              <a:schemeClr val="accent4">
                <a:lumMod val="50000"/>
              </a:schemeClr>
            </a:solidFill>
            <a:latin typeface="Times New Roman" panose="02020603050405020304" pitchFamily="18" charset="0"/>
            <a:cs typeface="Times New Roman" panose="02020603050405020304" pitchFamily="18" charset="0"/>
          </a:endParaRPr>
        </a:p>
      </dsp:txBody>
      <dsp:txXfrm>
        <a:off x="3427105" y="-28778"/>
        <a:ext cx="1182101" cy="872164"/>
      </dsp:txXfrm>
    </dsp:sp>
    <dsp:sp modelId="{6A1AF285-7743-4C1F-B34B-C99B2B0F8303}">
      <dsp:nvSpPr>
        <dsp:cNvPr id="0" name=""/>
        <dsp:cNvSpPr/>
      </dsp:nvSpPr>
      <dsp:spPr>
        <a:xfrm rot="19724994">
          <a:off x="4640459" y="1601184"/>
          <a:ext cx="151105" cy="0"/>
        </a:xfrm>
        <a:custGeom>
          <a:avLst/>
          <a:gdLst/>
          <a:ahLst/>
          <a:cxnLst/>
          <a:rect l="0" t="0" r="0" b="0"/>
          <a:pathLst>
            <a:path>
              <a:moveTo>
                <a:pt x="0" y="0"/>
              </a:moveTo>
              <a:lnTo>
                <a:pt x="151105" y="0"/>
              </a:lnTo>
            </a:path>
          </a:pathLst>
        </a:custGeom>
        <a:noFill/>
        <a:ln w="9525" cap="flat" cmpd="sng" algn="ctr">
          <a:solidFill>
            <a:schemeClr val="accent4">
              <a:shade val="95000"/>
              <a:satMod val="105000"/>
            </a:schemeClr>
          </a:solidFill>
          <a:prstDash val="solid"/>
        </a:ln>
        <a:effectLst>
          <a:glow rad="63500">
            <a:schemeClr val="accent4">
              <a:satMod val="175000"/>
              <a:alpha val="40000"/>
            </a:schemeClr>
          </a:glow>
        </a:effectLst>
      </dsp:spPr>
      <dsp:style>
        <a:lnRef idx="1">
          <a:schemeClr val="accent4"/>
        </a:lnRef>
        <a:fillRef idx="2">
          <a:schemeClr val="accent4"/>
        </a:fillRef>
        <a:effectRef idx="1">
          <a:schemeClr val="accent4"/>
        </a:effectRef>
        <a:fontRef idx="minor">
          <a:schemeClr val="dk1"/>
        </a:fontRef>
      </dsp:style>
    </dsp:sp>
    <dsp:sp modelId="{38C8712C-3F16-4D58-A93A-76930DBB080E}">
      <dsp:nvSpPr>
        <dsp:cNvPr id="0" name=""/>
        <dsp:cNvSpPr/>
      </dsp:nvSpPr>
      <dsp:spPr>
        <a:xfrm>
          <a:off x="4780603" y="691434"/>
          <a:ext cx="1276465" cy="966528"/>
        </a:xfrm>
        <a:prstGeom prst="roundRect">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2"/>
        </a:lnRef>
        <a:fillRef idx="2">
          <a:schemeClr val="accent2"/>
        </a:fillRef>
        <a:effectRef idx="1">
          <a:schemeClr val="accent2"/>
        </a:effectRef>
        <a:fontRef idx="minor">
          <a:schemeClr val="dk1"/>
        </a:fontRef>
      </dsp:style>
      <dsp:txBody>
        <a:bodyPr spcFirstLastPara="0" vert="horz" wrap="square" lIns="35560" tIns="35560" rIns="35560" bIns="3556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accent4">
                  <a:lumMod val="50000"/>
                </a:schemeClr>
              </a:solidFill>
              <a:latin typeface="Times New Roman" panose="02020603050405020304" pitchFamily="18" charset="0"/>
              <a:cs typeface="Times New Roman" panose="02020603050405020304" pitchFamily="18" charset="0"/>
            </a:rPr>
            <a:t>Maintain Privacy and Data security</a:t>
          </a:r>
        </a:p>
      </dsp:txBody>
      <dsp:txXfrm>
        <a:off x="4827785" y="738616"/>
        <a:ext cx="1182101" cy="872164"/>
      </dsp:txXfrm>
    </dsp:sp>
    <dsp:sp modelId="{045A620F-A142-44FB-AD66-806C59E5A900}">
      <dsp:nvSpPr>
        <dsp:cNvPr id="0" name=""/>
        <dsp:cNvSpPr/>
      </dsp:nvSpPr>
      <dsp:spPr>
        <a:xfrm rot="1723050">
          <a:off x="4642363" y="2406996"/>
          <a:ext cx="147290" cy="0"/>
        </a:xfrm>
        <a:custGeom>
          <a:avLst/>
          <a:gdLst/>
          <a:ahLst/>
          <a:cxnLst/>
          <a:rect l="0" t="0" r="0" b="0"/>
          <a:pathLst>
            <a:path>
              <a:moveTo>
                <a:pt x="0" y="0"/>
              </a:moveTo>
              <a:lnTo>
                <a:pt x="147290" y="0"/>
              </a:lnTo>
            </a:path>
          </a:pathLst>
        </a:custGeom>
        <a:noFill/>
        <a:ln w="9525" cap="flat" cmpd="sng" algn="ctr">
          <a:solidFill>
            <a:schemeClr val="accent4">
              <a:shade val="95000"/>
              <a:satMod val="105000"/>
            </a:schemeClr>
          </a:solidFill>
          <a:prstDash val="solid"/>
        </a:ln>
        <a:effectLst>
          <a:glow rad="63500">
            <a:schemeClr val="accent4">
              <a:satMod val="175000"/>
              <a:alpha val="40000"/>
            </a:schemeClr>
          </a:glow>
        </a:effectLst>
      </dsp:spPr>
      <dsp:style>
        <a:lnRef idx="1">
          <a:schemeClr val="accent4"/>
        </a:lnRef>
        <a:fillRef idx="2">
          <a:schemeClr val="accent4"/>
        </a:fillRef>
        <a:effectRef idx="1">
          <a:schemeClr val="accent4"/>
        </a:effectRef>
        <a:fontRef idx="minor">
          <a:schemeClr val="dk1"/>
        </a:fontRef>
      </dsp:style>
    </dsp:sp>
    <dsp:sp modelId="{974D5725-743A-47E3-AF9C-C62FF65A186F}">
      <dsp:nvSpPr>
        <dsp:cNvPr id="0" name=""/>
        <dsp:cNvSpPr/>
      </dsp:nvSpPr>
      <dsp:spPr>
        <a:xfrm>
          <a:off x="4780595" y="2308793"/>
          <a:ext cx="1276465" cy="966528"/>
        </a:xfrm>
        <a:prstGeom prst="roundRect">
          <a:avLst/>
        </a:prstGeom>
        <a:gradFill rotWithShape="1">
          <a:gsLst>
            <a:gs pos="0">
              <a:schemeClr val="dk1">
                <a:tint val="50000"/>
                <a:satMod val="300000"/>
              </a:schemeClr>
            </a:gs>
            <a:gs pos="35000">
              <a:schemeClr val="dk1">
                <a:tint val="37000"/>
                <a:satMod val="300000"/>
              </a:schemeClr>
            </a:gs>
            <a:gs pos="100000">
              <a:schemeClr val="dk1">
                <a:tint val="15000"/>
                <a:satMod val="350000"/>
              </a:schemeClr>
            </a:gs>
          </a:gsLst>
          <a:lin ang="16200000" scaled="1"/>
        </a:gradFill>
        <a:ln w="9525" cap="flat" cmpd="sng" algn="ctr">
          <a:solidFill>
            <a:schemeClr val="dk1">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dk1"/>
        </a:lnRef>
        <a:fillRef idx="2">
          <a:schemeClr val="dk1"/>
        </a:fillRef>
        <a:effectRef idx="1">
          <a:schemeClr val="dk1"/>
        </a:effectRef>
        <a:fontRef idx="minor">
          <a:schemeClr val="dk1"/>
        </a:fontRef>
      </dsp:style>
      <dsp:txBody>
        <a:bodyPr spcFirstLastPara="0" vert="horz" wrap="square" lIns="35560" tIns="35560" rIns="35560" bIns="3556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accent4">
                  <a:lumMod val="50000"/>
                </a:schemeClr>
              </a:solidFill>
              <a:latin typeface="Times New Roman" panose="02020603050405020304" pitchFamily="18" charset="0"/>
              <a:cs typeface="Times New Roman" panose="02020603050405020304" pitchFamily="18" charset="0"/>
            </a:rPr>
            <a:t>Incorporate Context Aware suggestions</a:t>
          </a:r>
        </a:p>
      </dsp:txBody>
      <dsp:txXfrm>
        <a:off x="4827777" y="2355975"/>
        <a:ext cx="1182101" cy="872164"/>
      </dsp:txXfrm>
    </dsp:sp>
    <dsp:sp modelId="{2A305FF8-CB8C-42F7-88AF-890D57DB80A8}">
      <dsp:nvSpPr>
        <dsp:cNvPr id="0" name=""/>
        <dsp:cNvSpPr/>
      </dsp:nvSpPr>
      <dsp:spPr>
        <a:xfrm rot="5400000">
          <a:off x="3723625" y="2822955"/>
          <a:ext cx="589060" cy="0"/>
        </a:xfrm>
        <a:custGeom>
          <a:avLst/>
          <a:gdLst/>
          <a:ahLst/>
          <a:cxnLst/>
          <a:rect l="0" t="0" r="0" b="0"/>
          <a:pathLst>
            <a:path>
              <a:moveTo>
                <a:pt x="0" y="0"/>
              </a:moveTo>
              <a:lnTo>
                <a:pt x="589060" y="0"/>
              </a:lnTo>
            </a:path>
          </a:pathLst>
        </a:custGeom>
        <a:noFill/>
        <a:ln w="25400" cap="flat" cmpd="sng" algn="ctr">
          <a:solidFill>
            <a:schemeClr val="accent4">
              <a:shade val="60000"/>
              <a:hueOff val="0"/>
              <a:satOff val="0"/>
              <a:lumOff val="0"/>
              <a:alphaOff val="0"/>
            </a:schemeClr>
          </a:solidFill>
          <a:prstDash val="solid"/>
        </a:ln>
        <a:effectLst>
          <a:glow rad="63500">
            <a:schemeClr val="accent4">
              <a:satMod val="175000"/>
              <a:alpha val="40000"/>
            </a:schemeClr>
          </a:glow>
        </a:effectLst>
      </dsp:spPr>
      <dsp:style>
        <a:lnRef idx="2">
          <a:scrgbClr r="0" g="0" b="0"/>
        </a:lnRef>
        <a:fillRef idx="0">
          <a:scrgbClr r="0" g="0" b="0"/>
        </a:fillRef>
        <a:effectRef idx="0">
          <a:scrgbClr r="0" g="0" b="0"/>
        </a:effectRef>
        <a:fontRef idx="minor"/>
      </dsp:style>
    </dsp:sp>
    <dsp:sp modelId="{B5023D92-C6F4-4892-A7B7-263D9BE4607B}">
      <dsp:nvSpPr>
        <dsp:cNvPr id="0" name=""/>
        <dsp:cNvSpPr/>
      </dsp:nvSpPr>
      <dsp:spPr>
        <a:xfrm>
          <a:off x="3379923" y="3117485"/>
          <a:ext cx="1276465" cy="966528"/>
        </a:xfrm>
        <a:prstGeom prst="round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1"/>
        </a:lnRef>
        <a:fillRef idx="2">
          <a:schemeClr val="accent1"/>
        </a:fillRef>
        <a:effectRef idx="1">
          <a:schemeClr val="accent1"/>
        </a:effectRef>
        <a:fontRef idx="minor">
          <a:schemeClr val="dk1"/>
        </a:fontRef>
      </dsp:style>
      <dsp:txBody>
        <a:bodyPr spcFirstLastPara="0" vert="horz" wrap="square" lIns="35560" tIns="35560" rIns="35560" bIns="3556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0" kern="1200" dirty="0">
              <a:solidFill>
                <a:schemeClr val="accent4">
                  <a:lumMod val="50000"/>
                </a:schemeClr>
              </a:solidFill>
              <a:latin typeface="Times New Roman" panose="02020603050405020304" pitchFamily="18" charset="0"/>
              <a:cs typeface="Times New Roman" panose="02020603050405020304" pitchFamily="18" charset="0"/>
            </a:rPr>
            <a:t>Improve User engagement </a:t>
          </a:r>
        </a:p>
      </dsp:txBody>
      <dsp:txXfrm>
        <a:off x="3427105" y="3164667"/>
        <a:ext cx="1182101" cy="872164"/>
      </dsp:txXfrm>
    </dsp:sp>
    <dsp:sp modelId="{6E52511D-4D5F-4FF0-AC48-BBCC59D47574}">
      <dsp:nvSpPr>
        <dsp:cNvPr id="0" name=""/>
        <dsp:cNvSpPr/>
      </dsp:nvSpPr>
      <dsp:spPr>
        <a:xfrm rot="9076950">
          <a:off x="3246657" y="2406996"/>
          <a:ext cx="147290" cy="0"/>
        </a:xfrm>
        <a:custGeom>
          <a:avLst/>
          <a:gdLst/>
          <a:ahLst/>
          <a:cxnLst/>
          <a:rect l="0" t="0" r="0" b="0"/>
          <a:pathLst>
            <a:path>
              <a:moveTo>
                <a:pt x="0" y="0"/>
              </a:moveTo>
              <a:lnTo>
                <a:pt x="147290" y="0"/>
              </a:lnTo>
            </a:path>
          </a:pathLst>
        </a:custGeom>
        <a:noFill/>
        <a:ln w="25400" cap="flat" cmpd="sng" algn="ctr">
          <a:solidFill>
            <a:schemeClr val="accent4">
              <a:shade val="60000"/>
              <a:hueOff val="0"/>
              <a:satOff val="0"/>
              <a:lumOff val="0"/>
              <a:alphaOff val="0"/>
            </a:schemeClr>
          </a:solidFill>
          <a:prstDash val="solid"/>
        </a:ln>
        <a:effectLst>
          <a:glow rad="63500">
            <a:schemeClr val="accent4">
              <a:satMod val="175000"/>
              <a:alpha val="40000"/>
            </a:schemeClr>
          </a:glow>
        </a:effectLst>
      </dsp:spPr>
      <dsp:style>
        <a:lnRef idx="2">
          <a:scrgbClr r="0" g="0" b="0"/>
        </a:lnRef>
        <a:fillRef idx="0">
          <a:scrgbClr r="0" g="0" b="0"/>
        </a:fillRef>
        <a:effectRef idx="0">
          <a:scrgbClr r="0" g="0" b="0"/>
        </a:effectRef>
        <a:fontRef idx="minor"/>
      </dsp:style>
    </dsp:sp>
    <dsp:sp modelId="{6A94C4FD-A01C-424F-B9A1-972974029001}">
      <dsp:nvSpPr>
        <dsp:cNvPr id="0" name=""/>
        <dsp:cNvSpPr/>
      </dsp:nvSpPr>
      <dsp:spPr>
        <a:xfrm>
          <a:off x="1979250" y="2308793"/>
          <a:ext cx="1276465" cy="966528"/>
        </a:xfrm>
        <a:prstGeom prst="roundRect">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2"/>
        </a:lnRef>
        <a:fillRef idx="2">
          <a:schemeClr val="accent2"/>
        </a:fillRef>
        <a:effectRef idx="1">
          <a:schemeClr val="accent2"/>
        </a:effectRef>
        <a:fontRef idx="minor">
          <a:schemeClr val="dk1"/>
        </a:fontRef>
      </dsp:style>
      <dsp:txBody>
        <a:bodyPr spcFirstLastPara="0" vert="horz" wrap="square" lIns="35560" tIns="35560" rIns="35560" bIns="3556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accent4">
                  <a:lumMod val="50000"/>
                </a:schemeClr>
              </a:solidFill>
              <a:latin typeface="Times New Roman" panose="02020603050405020304" pitchFamily="18" charset="0"/>
              <a:cs typeface="Times New Roman" panose="02020603050405020304" pitchFamily="18" charset="0"/>
            </a:rPr>
            <a:t>Address Cold Start Problem </a:t>
          </a:r>
        </a:p>
      </dsp:txBody>
      <dsp:txXfrm>
        <a:off x="2026432" y="2355975"/>
        <a:ext cx="1182101" cy="872164"/>
      </dsp:txXfrm>
    </dsp:sp>
    <dsp:sp modelId="{C33F4A1C-4F26-49BA-A3AE-4FB37E13B805}">
      <dsp:nvSpPr>
        <dsp:cNvPr id="0" name=""/>
        <dsp:cNvSpPr/>
      </dsp:nvSpPr>
      <dsp:spPr>
        <a:xfrm rot="12675006">
          <a:off x="3244761" y="1601188"/>
          <a:ext cx="151089" cy="0"/>
        </a:xfrm>
        <a:custGeom>
          <a:avLst/>
          <a:gdLst/>
          <a:ahLst/>
          <a:cxnLst/>
          <a:rect l="0" t="0" r="0" b="0"/>
          <a:pathLst>
            <a:path>
              <a:moveTo>
                <a:pt x="0" y="0"/>
              </a:moveTo>
              <a:lnTo>
                <a:pt x="151089" y="0"/>
              </a:lnTo>
            </a:path>
          </a:pathLst>
        </a:custGeom>
        <a:noFill/>
        <a:ln w="25400" cap="flat" cmpd="sng" algn="ctr">
          <a:solidFill>
            <a:schemeClr val="accent4">
              <a:shade val="60000"/>
              <a:hueOff val="0"/>
              <a:satOff val="0"/>
              <a:lumOff val="0"/>
              <a:alphaOff val="0"/>
            </a:schemeClr>
          </a:solidFill>
          <a:prstDash val="solid"/>
        </a:ln>
        <a:effectLst>
          <a:glow rad="63500">
            <a:schemeClr val="accent4">
              <a:satMod val="175000"/>
              <a:alpha val="40000"/>
            </a:schemeClr>
          </a:glow>
        </a:effectLst>
      </dsp:spPr>
      <dsp:style>
        <a:lnRef idx="2">
          <a:scrgbClr r="0" g="0" b="0"/>
        </a:lnRef>
        <a:fillRef idx="0">
          <a:scrgbClr r="0" g="0" b="0"/>
        </a:fillRef>
        <a:effectRef idx="0">
          <a:scrgbClr r="0" g="0" b="0"/>
        </a:effectRef>
        <a:fontRef idx="minor"/>
      </dsp:style>
    </dsp:sp>
    <dsp:sp modelId="{FBF38C1F-38E5-4C0D-B5C8-B5E2E4F3F89E}">
      <dsp:nvSpPr>
        <dsp:cNvPr id="0" name=""/>
        <dsp:cNvSpPr/>
      </dsp:nvSpPr>
      <dsp:spPr>
        <a:xfrm>
          <a:off x="1979255" y="691442"/>
          <a:ext cx="1276465" cy="966528"/>
        </a:xfrm>
        <a:prstGeom prst="roundRect">
          <a:avLst/>
        </a:prstGeom>
        <a:gradFill rotWithShape="1">
          <a:gsLst>
            <a:gs pos="0">
              <a:schemeClr val="dk1">
                <a:tint val="50000"/>
                <a:satMod val="300000"/>
              </a:schemeClr>
            </a:gs>
            <a:gs pos="35000">
              <a:schemeClr val="dk1">
                <a:tint val="37000"/>
                <a:satMod val="300000"/>
              </a:schemeClr>
            </a:gs>
            <a:gs pos="100000">
              <a:schemeClr val="dk1">
                <a:tint val="15000"/>
                <a:satMod val="350000"/>
              </a:schemeClr>
            </a:gs>
          </a:gsLst>
          <a:lin ang="16200000" scaled="1"/>
        </a:gradFill>
        <a:ln w="9525" cap="flat" cmpd="sng" algn="ctr">
          <a:solidFill>
            <a:schemeClr val="dk1">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dk1"/>
        </a:lnRef>
        <a:fillRef idx="2">
          <a:schemeClr val="dk1"/>
        </a:fillRef>
        <a:effectRef idx="1">
          <a:schemeClr val="dk1"/>
        </a:effectRef>
        <a:fontRef idx="minor">
          <a:schemeClr val="dk1"/>
        </a:fontRef>
      </dsp:style>
      <dsp:txBody>
        <a:bodyPr spcFirstLastPara="0" vert="horz" wrap="square" lIns="35560" tIns="35560" rIns="35560" bIns="3556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accent4">
                  <a:lumMod val="50000"/>
                </a:schemeClr>
              </a:solidFill>
              <a:latin typeface="Times New Roman" panose="02020603050405020304" pitchFamily="18" charset="0"/>
              <a:cs typeface="Times New Roman" panose="02020603050405020304" pitchFamily="18" charset="0"/>
            </a:rPr>
            <a:t>Support multi language content</a:t>
          </a:r>
        </a:p>
      </dsp:txBody>
      <dsp:txXfrm>
        <a:off x="2026437" y="738624"/>
        <a:ext cx="1182101" cy="872164"/>
      </dsp:txXfrm>
    </dsp:sp>
  </dsp:spTree>
</dsp:drawing>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11beca7239b_0_62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11beca7239b_0_6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bf7f8070a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bf7f8070a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11beca7239b_0_6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11beca7239b_0_6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11beca7239b_0_63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11beca7239b_0_63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11beca7239b_0_63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11beca7239b_0_63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11beca7239b_0_64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 name="Google Shape;435;g11beca7239b_0_64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11beca7239b_0_65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g11beca7239b_0_65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11beca7239b_0_66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11beca7239b_0_66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g11beca7239b_0_69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6" name="Google Shape;716;g11beca7239b_0_69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11beca7239b_0_67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9" name="Google Shape;839;g11beca7239b_0_67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11beca7239b_0_67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9" name="Google Shape;889;g11beca7239b_0_67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1beca7239b_0_68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11beca7239b_0_68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11beca7239b_0_68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9" name="Google Shape;929;g11beca7239b_0_68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605274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11beca7239b_0_68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3" name="Google Shape;963;g11beca7239b_0_68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11beca7239b_2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0" name="Google Shape;1050;g11beca7239b_2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8"/>
        <p:cNvGrpSpPr/>
        <p:nvPr/>
      </p:nvGrpSpPr>
      <p:grpSpPr>
        <a:xfrm>
          <a:off x="0" y="0"/>
          <a:ext cx="0" cy="0"/>
          <a:chOff x="0" y="0"/>
          <a:chExt cx="0" cy="0"/>
        </a:xfrm>
      </p:grpSpPr>
      <p:sp>
        <p:nvSpPr>
          <p:cNvPr id="1159" name="Google Shape;1159;g11beca7239b_0_7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0" name="Google Shape;1160;g11beca7239b_0_7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p:nvPr/>
        </p:nvSpPr>
        <p:spPr>
          <a:xfrm>
            <a:off x="1554450" y="1647095"/>
            <a:ext cx="6035100" cy="14631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endParaRPr sz="5000">
              <a:solidFill>
                <a:srgbClr val="687F96"/>
              </a:solidFill>
              <a:latin typeface="Martel ExtraBold"/>
              <a:ea typeface="Martel ExtraBold"/>
              <a:cs typeface="Martel ExtraBold"/>
              <a:sym typeface="Martel ExtraBold"/>
            </a:endParaRPr>
          </a:p>
        </p:txBody>
      </p:sp>
      <p:sp>
        <p:nvSpPr>
          <p:cNvPr id="10" name="Google Shape;10;p2"/>
          <p:cNvSpPr txBox="1"/>
          <p:nvPr/>
        </p:nvSpPr>
        <p:spPr>
          <a:xfrm>
            <a:off x="2606100" y="3252064"/>
            <a:ext cx="3931800" cy="365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600">
              <a:solidFill>
                <a:srgbClr val="434343"/>
              </a:solidFill>
              <a:latin typeface="Quicksand"/>
              <a:ea typeface="Quicksand"/>
              <a:cs typeface="Quicksand"/>
              <a:sym typeface="Quicksand"/>
            </a:endParaRPr>
          </a:p>
        </p:txBody>
      </p:sp>
      <p:sp>
        <p:nvSpPr>
          <p:cNvPr id="11" name="Google Shape;11;p2"/>
          <p:cNvSpPr txBox="1">
            <a:spLocks noGrp="1"/>
          </p:cNvSpPr>
          <p:nvPr>
            <p:ph type="ctrTitle"/>
          </p:nvPr>
        </p:nvSpPr>
        <p:spPr>
          <a:xfrm>
            <a:off x="1554450" y="1658166"/>
            <a:ext cx="6035100" cy="1463100"/>
          </a:xfrm>
          <a:prstGeom prst="rect">
            <a:avLst/>
          </a:prstGeom>
        </p:spPr>
        <p:txBody>
          <a:bodyPr spcFirstLastPara="1" wrap="square" lIns="91425" tIns="91425" rIns="91425" bIns="91425" anchor="ctr" anchorCtr="0">
            <a:noAutofit/>
          </a:bodyPr>
          <a:lstStyle>
            <a:lvl1pPr lvl="0" algn="ctr" rtl="0">
              <a:lnSpc>
                <a:spcPct val="90000"/>
              </a:lnSpc>
              <a:spcBef>
                <a:spcPts val="0"/>
              </a:spcBef>
              <a:spcAft>
                <a:spcPts val="0"/>
              </a:spcAft>
              <a:buClr>
                <a:schemeClr val="dk2"/>
              </a:buClr>
              <a:buSzPts val="6200"/>
              <a:buNone/>
              <a:defRPr sz="5000" b="0">
                <a:solidFill>
                  <a:schemeClr val="dk1"/>
                </a:solidFill>
                <a:latin typeface="Martel ExtraBold"/>
                <a:ea typeface="Martel ExtraBold"/>
                <a:cs typeface="Martel ExtraBold"/>
                <a:sym typeface="Martel ExtraBold"/>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2606100" y="3268187"/>
            <a:ext cx="3931800" cy="36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i="0">
                <a:solidFill>
                  <a:schemeClr val="accent4"/>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3" name="Google Shape;13;p2"/>
          <p:cNvSpPr/>
          <p:nvPr/>
        </p:nvSpPr>
        <p:spPr>
          <a:xfrm rot="10589192">
            <a:off x="6131325" y="-225052"/>
            <a:ext cx="2666242" cy="1418591"/>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rgbClr val="FEB7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718355" y="772975"/>
            <a:ext cx="343993" cy="309050"/>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rgbClr val="FEB7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2278409">
            <a:off x="-25710" y="3742409"/>
            <a:ext cx="2967560" cy="1578909"/>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rgbClr val="FEB7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93205" y="3804675"/>
            <a:ext cx="343993" cy="309050"/>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rgbClr val="FEB7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19" name="Google Shape;19;p3"/>
          <p:cNvSpPr txBox="1">
            <a:spLocks noGrp="1"/>
          </p:cNvSpPr>
          <p:nvPr>
            <p:ph type="subTitle" idx="1"/>
          </p:nvPr>
        </p:nvSpPr>
        <p:spPr>
          <a:xfrm>
            <a:off x="1266623" y="3325125"/>
            <a:ext cx="3940500" cy="82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2200"/>
              <a:buNone/>
              <a:defRPr sz="4200" b="1" i="0">
                <a:solidFill>
                  <a:schemeClr val="dk1"/>
                </a:solidFill>
                <a:latin typeface="Martel"/>
                <a:ea typeface="Martel"/>
                <a:cs typeface="Martel"/>
                <a:sym typeface="Marte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0" name="Google Shape;20;p3"/>
          <p:cNvSpPr txBox="1">
            <a:spLocks noGrp="1"/>
          </p:cNvSpPr>
          <p:nvPr>
            <p:ph type="title" hasCustomPrompt="1"/>
          </p:nvPr>
        </p:nvSpPr>
        <p:spPr>
          <a:xfrm>
            <a:off x="801958" y="2303812"/>
            <a:ext cx="1163100" cy="649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000">
                <a:solidFill>
                  <a:schemeClr val="accent4"/>
                </a:solidFill>
              </a:defRPr>
            </a:lvl1pPr>
            <a:lvl2pPr lvl="1" algn="ctr" rtl="0">
              <a:spcBef>
                <a:spcPts val="0"/>
              </a:spcBef>
              <a:spcAft>
                <a:spcPts val="0"/>
              </a:spcAft>
              <a:buClr>
                <a:schemeClr val="accent1"/>
              </a:buClr>
              <a:buSzPts val="12000"/>
              <a:buNone/>
              <a:defRPr sz="12000">
                <a:solidFill>
                  <a:schemeClr val="accent1"/>
                </a:solidFill>
              </a:defRPr>
            </a:lvl2pPr>
            <a:lvl3pPr lvl="2" algn="ctr" rtl="0">
              <a:spcBef>
                <a:spcPts val="0"/>
              </a:spcBef>
              <a:spcAft>
                <a:spcPts val="0"/>
              </a:spcAft>
              <a:buClr>
                <a:schemeClr val="accent1"/>
              </a:buClr>
              <a:buSzPts val="12000"/>
              <a:buNone/>
              <a:defRPr sz="12000">
                <a:solidFill>
                  <a:schemeClr val="accent1"/>
                </a:solidFill>
              </a:defRPr>
            </a:lvl3pPr>
            <a:lvl4pPr lvl="3" algn="ctr" rtl="0">
              <a:spcBef>
                <a:spcPts val="0"/>
              </a:spcBef>
              <a:spcAft>
                <a:spcPts val="0"/>
              </a:spcAft>
              <a:buClr>
                <a:schemeClr val="accent1"/>
              </a:buClr>
              <a:buSzPts val="12000"/>
              <a:buNone/>
              <a:defRPr sz="12000">
                <a:solidFill>
                  <a:schemeClr val="accent1"/>
                </a:solidFill>
              </a:defRPr>
            </a:lvl4pPr>
            <a:lvl5pPr lvl="4" algn="ctr" rtl="0">
              <a:spcBef>
                <a:spcPts val="0"/>
              </a:spcBef>
              <a:spcAft>
                <a:spcPts val="0"/>
              </a:spcAft>
              <a:buClr>
                <a:schemeClr val="accent1"/>
              </a:buClr>
              <a:buSzPts val="12000"/>
              <a:buNone/>
              <a:defRPr sz="12000">
                <a:solidFill>
                  <a:schemeClr val="accent1"/>
                </a:solidFill>
              </a:defRPr>
            </a:lvl5pPr>
            <a:lvl6pPr lvl="5" algn="ctr" rtl="0">
              <a:spcBef>
                <a:spcPts val="0"/>
              </a:spcBef>
              <a:spcAft>
                <a:spcPts val="0"/>
              </a:spcAft>
              <a:buClr>
                <a:schemeClr val="accent1"/>
              </a:buClr>
              <a:buSzPts val="12000"/>
              <a:buNone/>
              <a:defRPr sz="12000">
                <a:solidFill>
                  <a:schemeClr val="accent1"/>
                </a:solidFill>
              </a:defRPr>
            </a:lvl6pPr>
            <a:lvl7pPr lvl="6" algn="ctr" rtl="0">
              <a:spcBef>
                <a:spcPts val="0"/>
              </a:spcBef>
              <a:spcAft>
                <a:spcPts val="0"/>
              </a:spcAft>
              <a:buClr>
                <a:schemeClr val="accent1"/>
              </a:buClr>
              <a:buSzPts val="12000"/>
              <a:buNone/>
              <a:defRPr sz="12000">
                <a:solidFill>
                  <a:schemeClr val="accent1"/>
                </a:solidFill>
              </a:defRPr>
            </a:lvl7pPr>
            <a:lvl8pPr lvl="7" algn="ctr" rtl="0">
              <a:spcBef>
                <a:spcPts val="0"/>
              </a:spcBef>
              <a:spcAft>
                <a:spcPts val="0"/>
              </a:spcAft>
              <a:buClr>
                <a:schemeClr val="accent1"/>
              </a:buClr>
              <a:buSzPts val="12000"/>
              <a:buNone/>
              <a:defRPr sz="12000">
                <a:solidFill>
                  <a:schemeClr val="accent1"/>
                </a:solidFill>
              </a:defRPr>
            </a:lvl8pPr>
            <a:lvl9pPr lvl="8" algn="ctr" rtl="0">
              <a:spcBef>
                <a:spcPts val="0"/>
              </a:spcBef>
              <a:spcAft>
                <a:spcPts val="0"/>
              </a:spcAft>
              <a:buClr>
                <a:schemeClr val="accent1"/>
              </a:buClr>
              <a:buSzPts val="12000"/>
              <a:buNone/>
              <a:defRPr sz="12000">
                <a:solidFill>
                  <a:schemeClr val="accent1"/>
                </a:solidFill>
              </a:defRPr>
            </a:lvl9pPr>
          </a:lstStyle>
          <a:p>
            <a:r>
              <a:t>xx%</a:t>
            </a:r>
          </a:p>
        </p:txBody>
      </p:sp>
      <p:sp>
        <p:nvSpPr>
          <p:cNvPr id="21" name="Google Shape;21;p3"/>
          <p:cNvSpPr txBox="1">
            <a:spLocks noGrp="1"/>
          </p:cNvSpPr>
          <p:nvPr>
            <p:ph type="subTitle" idx="2"/>
          </p:nvPr>
        </p:nvSpPr>
        <p:spPr>
          <a:xfrm>
            <a:off x="1106350" y="4142500"/>
            <a:ext cx="4277700" cy="32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2" name="Google Shape;22;p3"/>
          <p:cNvSpPr/>
          <p:nvPr/>
        </p:nvSpPr>
        <p:spPr>
          <a:xfrm rot="-10022767" flipH="1">
            <a:off x="-227911" y="215271"/>
            <a:ext cx="2516662" cy="1339006"/>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rgbClr val="FEB7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849430">
            <a:off x="6877665" y="830733"/>
            <a:ext cx="2549896" cy="1356688"/>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rgbClr val="FEB7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6584380">
            <a:off x="680493" y="1675229"/>
            <a:ext cx="343952" cy="309012"/>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rgbClr val="FEB7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713225" y="539500"/>
            <a:ext cx="77175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A45C37"/>
              </a:buClr>
              <a:buSzPts val="2800"/>
              <a:buNone/>
              <a:defRPr sz="3000">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0" name="Google Shape;40;p6"/>
          <p:cNvSpPr/>
          <p:nvPr/>
        </p:nvSpPr>
        <p:spPr>
          <a:xfrm rot="-8728138">
            <a:off x="8584637" y="2215330"/>
            <a:ext cx="323233" cy="290379"/>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rgbClr val="FEB7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6"/>
          <p:cNvSpPr/>
          <p:nvPr/>
        </p:nvSpPr>
        <p:spPr>
          <a:xfrm rot="4408259">
            <a:off x="8178516" y="1478771"/>
            <a:ext cx="2455056" cy="1306143"/>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rgbClr val="FEB7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7"/>
          <p:cNvSpPr txBox="1">
            <a:spLocks noGrp="1"/>
          </p:cNvSpPr>
          <p:nvPr>
            <p:ph type="title"/>
          </p:nvPr>
        </p:nvSpPr>
        <p:spPr>
          <a:xfrm>
            <a:off x="713225" y="539500"/>
            <a:ext cx="77115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30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4" name="Google Shape;44;p7"/>
          <p:cNvSpPr txBox="1">
            <a:spLocks noGrp="1"/>
          </p:cNvSpPr>
          <p:nvPr>
            <p:ph type="body" idx="1"/>
          </p:nvPr>
        </p:nvSpPr>
        <p:spPr>
          <a:xfrm>
            <a:off x="959027" y="1930476"/>
            <a:ext cx="4457100" cy="1991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i="0"/>
            </a:lvl1pPr>
            <a:lvl2pPr marL="914400" lvl="1" indent="-317500" rtl="0">
              <a:lnSpc>
                <a:spcPct val="100000"/>
              </a:lnSpc>
              <a:spcBef>
                <a:spcPts val="0"/>
              </a:spcBef>
              <a:spcAft>
                <a:spcPts val="0"/>
              </a:spcAft>
              <a:buSzPts val="1400"/>
              <a:buChar char="○"/>
              <a:defRPr/>
            </a:lvl2pPr>
            <a:lvl3pPr marL="1371600" lvl="2" indent="-317500" rtl="0">
              <a:lnSpc>
                <a:spcPct val="100000"/>
              </a:lnSpc>
              <a:spcBef>
                <a:spcPts val="0"/>
              </a:spcBef>
              <a:spcAft>
                <a:spcPts val="0"/>
              </a:spcAft>
              <a:buSzPts val="1400"/>
              <a:buChar char="■"/>
              <a:defRPr/>
            </a:lvl3pPr>
            <a:lvl4pPr marL="1828800" lvl="3" indent="-317500" rtl="0">
              <a:lnSpc>
                <a:spcPct val="100000"/>
              </a:lnSpc>
              <a:spcBef>
                <a:spcPts val="0"/>
              </a:spcBef>
              <a:spcAft>
                <a:spcPts val="0"/>
              </a:spcAft>
              <a:buSzPts val="1400"/>
              <a:buChar char="●"/>
              <a:defRPr/>
            </a:lvl4pPr>
            <a:lvl5pPr marL="2286000" lvl="4" indent="-317500" rtl="0">
              <a:lnSpc>
                <a:spcPct val="100000"/>
              </a:lnSpc>
              <a:spcBef>
                <a:spcPts val="0"/>
              </a:spcBef>
              <a:spcAft>
                <a:spcPts val="0"/>
              </a:spcAft>
              <a:buSzPts val="1400"/>
              <a:buChar char="○"/>
              <a:defRPr/>
            </a:lvl5pPr>
            <a:lvl6pPr marL="2743200" lvl="5" indent="-317500" rtl="0">
              <a:lnSpc>
                <a:spcPct val="100000"/>
              </a:lnSpc>
              <a:spcBef>
                <a:spcPts val="0"/>
              </a:spcBef>
              <a:spcAft>
                <a:spcPts val="0"/>
              </a:spcAft>
              <a:buSzPts val="1400"/>
              <a:buChar char="■"/>
              <a:defRPr/>
            </a:lvl6pPr>
            <a:lvl7pPr marL="3200400" lvl="6" indent="-317500" rtl="0">
              <a:lnSpc>
                <a:spcPct val="100000"/>
              </a:lnSpc>
              <a:spcBef>
                <a:spcPts val="0"/>
              </a:spcBef>
              <a:spcAft>
                <a:spcPts val="0"/>
              </a:spcAft>
              <a:buSzPts val="1400"/>
              <a:buChar char="●"/>
              <a:defRPr/>
            </a:lvl7pPr>
            <a:lvl8pPr marL="3657600" lvl="7" indent="-317500" rtl="0">
              <a:lnSpc>
                <a:spcPct val="100000"/>
              </a:lnSpc>
              <a:spcBef>
                <a:spcPts val="0"/>
              </a:spcBef>
              <a:spcAft>
                <a:spcPts val="0"/>
              </a:spcAft>
              <a:buSzPts val="1400"/>
              <a:buChar char="○"/>
              <a:defRPr/>
            </a:lvl8pPr>
            <a:lvl9pPr marL="4114800" lvl="8" indent="-317500" rtl="0">
              <a:lnSpc>
                <a:spcPct val="100000"/>
              </a:lnSpc>
              <a:spcBef>
                <a:spcPts val="0"/>
              </a:spcBef>
              <a:spcAft>
                <a:spcPts val="0"/>
              </a:spcAft>
              <a:buSzPts val="14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2164900" y="1373150"/>
            <a:ext cx="4814100" cy="23970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Merriweather"/>
              <a:buNone/>
              <a:defRPr sz="71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47" name="Google Shape;47;p8"/>
          <p:cNvSpPr/>
          <p:nvPr/>
        </p:nvSpPr>
        <p:spPr>
          <a:xfrm>
            <a:off x="7178238" y="682325"/>
            <a:ext cx="368969" cy="331488"/>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rgbClr val="FEB7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8"/>
          <p:cNvSpPr/>
          <p:nvPr/>
        </p:nvSpPr>
        <p:spPr>
          <a:xfrm rot="-2105480" flipH="1">
            <a:off x="6374443" y="-39069"/>
            <a:ext cx="2804528" cy="1492167"/>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rgbClr val="FEB7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8"/>
          <p:cNvSpPr/>
          <p:nvPr/>
        </p:nvSpPr>
        <p:spPr>
          <a:xfrm rot="1509283">
            <a:off x="1318960" y="3939942"/>
            <a:ext cx="368963" cy="331483"/>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rgbClr val="FEB7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8"/>
          <p:cNvSpPr/>
          <p:nvPr/>
        </p:nvSpPr>
        <p:spPr>
          <a:xfrm rot="-1827964" flipH="1">
            <a:off x="-99067" y="3618406"/>
            <a:ext cx="2804538" cy="1492172"/>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rgbClr val="FEB7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1"/>
        <p:cNvGrpSpPr/>
        <p:nvPr/>
      </p:nvGrpSpPr>
      <p:grpSpPr>
        <a:xfrm>
          <a:off x="0" y="0"/>
          <a:ext cx="0" cy="0"/>
          <a:chOff x="0" y="0"/>
          <a:chExt cx="0" cy="0"/>
        </a:xfrm>
      </p:grpSpPr>
      <p:sp>
        <p:nvSpPr>
          <p:cNvPr id="52" name="Google Shape;52;p9"/>
          <p:cNvSpPr txBox="1">
            <a:spLocks noGrp="1"/>
          </p:cNvSpPr>
          <p:nvPr>
            <p:ph type="title"/>
          </p:nvPr>
        </p:nvSpPr>
        <p:spPr>
          <a:xfrm>
            <a:off x="713225" y="1956025"/>
            <a:ext cx="24030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3000"/>
              <a:buNone/>
              <a:defRPr sz="3600">
                <a:solidFill>
                  <a:schemeClr val="dk1"/>
                </a:solidFill>
              </a:defRPr>
            </a:lvl1pPr>
            <a:lvl2pPr lvl="1" rtl="0">
              <a:spcBef>
                <a:spcPts val="0"/>
              </a:spcBef>
              <a:spcAft>
                <a:spcPts val="0"/>
              </a:spcAft>
              <a:buSzPts val="2800"/>
              <a:buNone/>
              <a:defRPr>
                <a:latin typeface="Nunito Medium"/>
                <a:ea typeface="Nunito Medium"/>
                <a:cs typeface="Nunito Medium"/>
                <a:sym typeface="Nunito Medium"/>
              </a:defRPr>
            </a:lvl2pPr>
            <a:lvl3pPr lvl="2" rtl="0">
              <a:spcBef>
                <a:spcPts val="0"/>
              </a:spcBef>
              <a:spcAft>
                <a:spcPts val="0"/>
              </a:spcAft>
              <a:buSzPts val="2800"/>
              <a:buNone/>
              <a:defRPr>
                <a:latin typeface="Nunito Medium"/>
                <a:ea typeface="Nunito Medium"/>
                <a:cs typeface="Nunito Medium"/>
                <a:sym typeface="Nunito Medium"/>
              </a:defRPr>
            </a:lvl3pPr>
            <a:lvl4pPr lvl="3" rtl="0">
              <a:spcBef>
                <a:spcPts val="0"/>
              </a:spcBef>
              <a:spcAft>
                <a:spcPts val="0"/>
              </a:spcAft>
              <a:buSzPts val="2800"/>
              <a:buNone/>
              <a:defRPr>
                <a:latin typeface="Nunito Medium"/>
                <a:ea typeface="Nunito Medium"/>
                <a:cs typeface="Nunito Medium"/>
                <a:sym typeface="Nunito Medium"/>
              </a:defRPr>
            </a:lvl4pPr>
            <a:lvl5pPr lvl="4" rtl="0">
              <a:spcBef>
                <a:spcPts val="0"/>
              </a:spcBef>
              <a:spcAft>
                <a:spcPts val="0"/>
              </a:spcAft>
              <a:buSzPts val="2800"/>
              <a:buNone/>
              <a:defRPr>
                <a:latin typeface="Nunito Medium"/>
                <a:ea typeface="Nunito Medium"/>
                <a:cs typeface="Nunito Medium"/>
                <a:sym typeface="Nunito Medium"/>
              </a:defRPr>
            </a:lvl5pPr>
            <a:lvl6pPr lvl="5" rtl="0">
              <a:spcBef>
                <a:spcPts val="0"/>
              </a:spcBef>
              <a:spcAft>
                <a:spcPts val="0"/>
              </a:spcAft>
              <a:buSzPts val="2800"/>
              <a:buNone/>
              <a:defRPr>
                <a:latin typeface="Nunito Medium"/>
                <a:ea typeface="Nunito Medium"/>
                <a:cs typeface="Nunito Medium"/>
                <a:sym typeface="Nunito Medium"/>
              </a:defRPr>
            </a:lvl6pPr>
            <a:lvl7pPr lvl="6" rtl="0">
              <a:spcBef>
                <a:spcPts val="0"/>
              </a:spcBef>
              <a:spcAft>
                <a:spcPts val="0"/>
              </a:spcAft>
              <a:buSzPts val="2800"/>
              <a:buNone/>
              <a:defRPr>
                <a:latin typeface="Nunito Medium"/>
                <a:ea typeface="Nunito Medium"/>
                <a:cs typeface="Nunito Medium"/>
                <a:sym typeface="Nunito Medium"/>
              </a:defRPr>
            </a:lvl7pPr>
            <a:lvl8pPr lvl="7" rtl="0">
              <a:spcBef>
                <a:spcPts val="0"/>
              </a:spcBef>
              <a:spcAft>
                <a:spcPts val="0"/>
              </a:spcAft>
              <a:buSzPts val="2800"/>
              <a:buNone/>
              <a:defRPr>
                <a:latin typeface="Nunito Medium"/>
                <a:ea typeface="Nunito Medium"/>
                <a:cs typeface="Nunito Medium"/>
                <a:sym typeface="Nunito Medium"/>
              </a:defRPr>
            </a:lvl8pPr>
            <a:lvl9pPr lvl="8" rtl="0">
              <a:spcBef>
                <a:spcPts val="0"/>
              </a:spcBef>
              <a:spcAft>
                <a:spcPts val="0"/>
              </a:spcAft>
              <a:buSzPts val="2800"/>
              <a:buNone/>
              <a:defRPr>
                <a:latin typeface="Nunito Medium"/>
                <a:ea typeface="Nunito Medium"/>
                <a:cs typeface="Nunito Medium"/>
                <a:sym typeface="Nunito Medium"/>
              </a:defRPr>
            </a:lvl9pPr>
          </a:lstStyle>
          <a:p>
            <a:endParaRPr/>
          </a:p>
        </p:txBody>
      </p:sp>
      <p:sp>
        <p:nvSpPr>
          <p:cNvPr id="53" name="Google Shape;53;p9"/>
          <p:cNvSpPr txBox="1">
            <a:spLocks noGrp="1"/>
          </p:cNvSpPr>
          <p:nvPr>
            <p:ph type="subTitle" idx="1"/>
          </p:nvPr>
        </p:nvSpPr>
        <p:spPr>
          <a:xfrm>
            <a:off x="713225" y="2694425"/>
            <a:ext cx="3645600" cy="1923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4"/>
              </a:buClr>
              <a:buSzPts val="1400"/>
              <a:buNone/>
              <a:defRPr sz="1600">
                <a:solidFill>
                  <a:schemeClr val="accent4"/>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 name="Google Shape;54;p9"/>
          <p:cNvSpPr/>
          <p:nvPr/>
        </p:nvSpPr>
        <p:spPr>
          <a:xfrm rot="3310273">
            <a:off x="-30069" y="-54912"/>
            <a:ext cx="2885663" cy="1535313"/>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rgbClr val="FEB7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9"/>
          <p:cNvSpPr/>
          <p:nvPr/>
        </p:nvSpPr>
        <p:spPr>
          <a:xfrm>
            <a:off x="7339063" y="3376429"/>
            <a:ext cx="2851039" cy="1099965"/>
          </a:xfrm>
          <a:custGeom>
            <a:avLst/>
            <a:gdLst/>
            <a:ahLst/>
            <a:cxnLst/>
            <a:rect l="l" t="t" r="r" b="b"/>
            <a:pathLst>
              <a:path w="69158" h="26682" extrusionOk="0">
                <a:moveTo>
                  <a:pt x="51634" y="4950"/>
                </a:moveTo>
                <a:cubicBezTo>
                  <a:pt x="52483" y="6364"/>
                  <a:pt x="52944" y="8070"/>
                  <a:pt x="52371" y="9578"/>
                </a:cubicBezTo>
                <a:cubicBezTo>
                  <a:pt x="52037" y="10454"/>
                  <a:pt x="51141" y="11202"/>
                  <a:pt x="50217" y="11202"/>
                </a:cubicBezTo>
                <a:cubicBezTo>
                  <a:pt x="49899" y="11202"/>
                  <a:pt x="49578" y="11114"/>
                  <a:pt x="49276" y="10912"/>
                </a:cubicBezTo>
                <a:cubicBezTo>
                  <a:pt x="48120" y="10143"/>
                  <a:pt x="48130" y="8563"/>
                  <a:pt x="48733" y="7457"/>
                </a:cubicBezTo>
                <a:cubicBezTo>
                  <a:pt x="49373" y="6288"/>
                  <a:pt x="50431" y="5475"/>
                  <a:pt x="51634" y="4950"/>
                </a:cubicBezTo>
                <a:close/>
                <a:moveTo>
                  <a:pt x="6732" y="16672"/>
                </a:moveTo>
                <a:cubicBezTo>
                  <a:pt x="7001" y="16672"/>
                  <a:pt x="7270" y="16715"/>
                  <a:pt x="7526" y="16811"/>
                </a:cubicBezTo>
                <a:cubicBezTo>
                  <a:pt x="8712" y="17253"/>
                  <a:pt x="9107" y="18685"/>
                  <a:pt x="8884" y="19831"/>
                </a:cubicBezTo>
                <a:cubicBezTo>
                  <a:pt x="8632" y="21115"/>
                  <a:pt x="7710" y="22165"/>
                  <a:pt x="6775" y="23027"/>
                </a:cubicBezTo>
                <a:cubicBezTo>
                  <a:pt x="6699" y="23096"/>
                  <a:pt x="6618" y="23159"/>
                  <a:pt x="6542" y="23226"/>
                </a:cubicBezTo>
                <a:cubicBezTo>
                  <a:pt x="5295" y="22687"/>
                  <a:pt x="4287" y="21721"/>
                  <a:pt x="3951" y="20254"/>
                </a:cubicBezTo>
                <a:cubicBezTo>
                  <a:pt x="3705" y="19190"/>
                  <a:pt x="3992" y="18086"/>
                  <a:pt x="4844" y="17379"/>
                </a:cubicBezTo>
                <a:cubicBezTo>
                  <a:pt x="5361" y="16952"/>
                  <a:pt x="6050" y="16672"/>
                  <a:pt x="6732" y="16672"/>
                </a:cubicBezTo>
                <a:close/>
                <a:moveTo>
                  <a:pt x="42999" y="0"/>
                </a:moveTo>
                <a:cubicBezTo>
                  <a:pt x="41763" y="0"/>
                  <a:pt x="40527" y="196"/>
                  <a:pt x="39329" y="553"/>
                </a:cubicBezTo>
                <a:cubicBezTo>
                  <a:pt x="34413" y="2020"/>
                  <a:pt x="30681" y="5799"/>
                  <a:pt x="27520" y="9660"/>
                </a:cubicBezTo>
                <a:cubicBezTo>
                  <a:pt x="24214" y="13699"/>
                  <a:pt x="21175" y="18121"/>
                  <a:pt x="16772" y="21069"/>
                </a:cubicBezTo>
                <a:cubicBezTo>
                  <a:pt x="14691" y="22462"/>
                  <a:pt x="12251" y="23569"/>
                  <a:pt x="9723" y="23738"/>
                </a:cubicBezTo>
                <a:cubicBezTo>
                  <a:pt x="9560" y="23749"/>
                  <a:pt x="9397" y="23754"/>
                  <a:pt x="9232" y="23754"/>
                </a:cubicBezTo>
                <a:cubicBezTo>
                  <a:pt x="8462" y="23754"/>
                  <a:pt x="7679" y="23634"/>
                  <a:pt x="6954" y="23382"/>
                </a:cubicBezTo>
                <a:cubicBezTo>
                  <a:pt x="7689" y="22725"/>
                  <a:pt x="8327" y="21973"/>
                  <a:pt x="8771" y="21136"/>
                </a:cubicBezTo>
                <a:cubicBezTo>
                  <a:pt x="9286" y="20164"/>
                  <a:pt x="9482" y="19000"/>
                  <a:pt x="9072" y="17953"/>
                </a:cubicBezTo>
                <a:cubicBezTo>
                  <a:pt x="8739" y="17099"/>
                  <a:pt x="8018" y="16473"/>
                  <a:pt x="7101" y="16350"/>
                </a:cubicBezTo>
                <a:cubicBezTo>
                  <a:pt x="6969" y="16333"/>
                  <a:pt x="6837" y="16324"/>
                  <a:pt x="6707" y="16324"/>
                </a:cubicBezTo>
                <a:cubicBezTo>
                  <a:pt x="5102" y="16324"/>
                  <a:pt x="3655" y="17616"/>
                  <a:pt x="3523" y="19232"/>
                </a:cubicBezTo>
                <a:cubicBezTo>
                  <a:pt x="3372" y="21094"/>
                  <a:pt x="4633" y="22694"/>
                  <a:pt x="6233" y="23492"/>
                </a:cubicBezTo>
                <a:cubicBezTo>
                  <a:pt x="4448" y="24955"/>
                  <a:pt x="2277" y="25915"/>
                  <a:pt x="0" y="26329"/>
                </a:cubicBezTo>
                <a:lnTo>
                  <a:pt x="0" y="26681"/>
                </a:lnTo>
                <a:cubicBezTo>
                  <a:pt x="1254" y="26461"/>
                  <a:pt x="2480" y="26076"/>
                  <a:pt x="3635" y="25533"/>
                </a:cubicBezTo>
                <a:cubicBezTo>
                  <a:pt x="4651" y="25061"/>
                  <a:pt x="5701" y="24431"/>
                  <a:pt x="6625" y="23668"/>
                </a:cubicBezTo>
                <a:cubicBezTo>
                  <a:pt x="6808" y="23741"/>
                  <a:pt x="6993" y="23808"/>
                  <a:pt x="7181" y="23862"/>
                </a:cubicBezTo>
                <a:cubicBezTo>
                  <a:pt x="7829" y="24041"/>
                  <a:pt x="8495" y="24120"/>
                  <a:pt x="9164" y="24120"/>
                </a:cubicBezTo>
                <a:cubicBezTo>
                  <a:pt x="10950" y="24120"/>
                  <a:pt x="12765" y="23557"/>
                  <a:pt x="14351" y="22830"/>
                </a:cubicBezTo>
                <a:cubicBezTo>
                  <a:pt x="16613" y="21801"/>
                  <a:pt x="18620" y="20272"/>
                  <a:pt x="20405" y="18563"/>
                </a:cubicBezTo>
                <a:cubicBezTo>
                  <a:pt x="24386" y="14751"/>
                  <a:pt x="27256" y="9961"/>
                  <a:pt x="31182" y="6099"/>
                </a:cubicBezTo>
                <a:cubicBezTo>
                  <a:pt x="34276" y="3054"/>
                  <a:pt x="38464" y="333"/>
                  <a:pt x="42930" y="333"/>
                </a:cubicBezTo>
                <a:cubicBezTo>
                  <a:pt x="43451" y="333"/>
                  <a:pt x="43976" y="370"/>
                  <a:pt x="44503" y="448"/>
                </a:cubicBezTo>
                <a:cubicBezTo>
                  <a:pt x="46639" y="760"/>
                  <a:pt x="48718" y="1706"/>
                  <a:pt x="50270" y="3217"/>
                </a:cubicBezTo>
                <a:cubicBezTo>
                  <a:pt x="50690" y="3624"/>
                  <a:pt x="51092" y="4113"/>
                  <a:pt x="51445" y="4649"/>
                </a:cubicBezTo>
                <a:cubicBezTo>
                  <a:pt x="51026" y="4839"/>
                  <a:pt x="50620" y="5066"/>
                  <a:pt x="50242" y="5332"/>
                </a:cubicBezTo>
                <a:cubicBezTo>
                  <a:pt x="48624" y="6473"/>
                  <a:pt x="47087" y="8805"/>
                  <a:pt x="48532" y="10682"/>
                </a:cubicBezTo>
                <a:cubicBezTo>
                  <a:pt x="48957" y="11236"/>
                  <a:pt x="49584" y="11543"/>
                  <a:pt x="50244" y="11543"/>
                </a:cubicBezTo>
                <a:cubicBezTo>
                  <a:pt x="50492" y="11543"/>
                  <a:pt x="50745" y="11500"/>
                  <a:pt x="50994" y="11410"/>
                </a:cubicBezTo>
                <a:cubicBezTo>
                  <a:pt x="51996" y="11050"/>
                  <a:pt x="52658" y="10146"/>
                  <a:pt x="52864" y="9124"/>
                </a:cubicBezTo>
                <a:cubicBezTo>
                  <a:pt x="53154" y="7661"/>
                  <a:pt x="52724" y="6123"/>
                  <a:pt x="51961" y="4818"/>
                </a:cubicBezTo>
                <a:cubicBezTo>
                  <a:pt x="52909" y="4449"/>
                  <a:pt x="53935" y="4254"/>
                  <a:pt x="54908" y="4195"/>
                </a:cubicBezTo>
                <a:cubicBezTo>
                  <a:pt x="55143" y="4181"/>
                  <a:pt x="55376" y="4175"/>
                  <a:pt x="55608" y="4175"/>
                </a:cubicBezTo>
                <a:cubicBezTo>
                  <a:pt x="60297" y="4175"/>
                  <a:pt x="64524" y="6852"/>
                  <a:pt x="69158" y="7300"/>
                </a:cubicBezTo>
                <a:lnTo>
                  <a:pt x="69158" y="6953"/>
                </a:lnTo>
                <a:cubicBezTo>
                  <a:pt x="64860" y="6530"/>
                  <a:pt x="60879" y="4157"/>
                  <a:pt x="56530" y="3855"/>
                </a:cubicBezTo>
                <a:cubicBezTo>
                  <a:pt x="56231" y="3834"/>
                  <a:pt x="55929" y="3824"/>
                  <a:pt x="55626" y="3824"/>
                </a:cubicBezTo>
                <a:cubicBezTo>
                  <a:pt x="54317" y="3824"/>
                  <a:pt x="52985" y="4023"/>
                  <a:pt x="51772" y="4510"/>
                </a:cubicBezTo>
                <a:cubicBezTo>
                  <a:pt x="51514" y="4103"/>
                  <a:pt x="51225" y="3727"/>
                  <a:pt x="50918" y="3385"/>
                </a:cubicBezTo>
                <a:cubicBezTo>
                  <a:pt x="49577" y="1898"/>
                  <a:pt x="47745" y="872"/>
                  <a:pt x="45817" y="360"/>
                </a:cubicBezTo>
                <a:cubicBezTo>
                  <a:pt x="44889" y="115"/>
                  <a:pt x="43944" y="0"/>
                  <a:pt x="42999" y="0"/>
                </a:cubicBezTo>
                <a:close/>
              </a:path>
            </a:pathLst>
          </a:custGeom>
          <a:solidFill>
            <a:srgbClr val="FEB7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2"/>
        <p:cNvGrpSpPr/>
        <p:nvPr/>
      </p:nvGrpSpPr>
      <p:grpSpPr>
        <a:xfrm>
          <a:off x="0" y="0"/>
          <a:ext cx="0" cy="0"/>
          <a:chOff x="0" y="0"/>
          <a:chExt cx="0" cy="0"/>
        </a:xfrm>
      </p:grpSpPr>
      <p:sp>
        <p:nvSpPr>
          <p:cNvPr id="63" name="Google Shape;63;p11"/>
          <p:cNvSpPr txBox="1">
            <a:spLocks noGrp="1"/>
          </p:cNvSpPr>
          <p:nvPr>
            <p:ph type="title" hasCustomPrompt="1"/>
          </p:nvPr>
        </p:nvSpPr>
        <p:spPr>
          <a:xfrm>
            <a:off x="1825500" y="1335747"/>
            <a:ext cx="5493000" cy="127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8600"/>
            </a:lvl1pPr>
            <a:lvl2pPr lvl="1" algn="ctr" rtl="0">
              <a:spcBef>
                <a:spcPts val="0"/>
              </a:spcBef>
              <a:spcAft>
                <a:spcPts val="0"/>
              </a:spcAft>
              <a:buClr>
                <a:schemeClr val="accent1"/>
              </a:buClr>
              <a:buSzPts val="12000"/>
              <a:buNone/>
              <a:defRPr sz="12000">
                <a:solidFill>
                  <a:schemeClr val="accent1"/>
                </a:solidFill>
              </a:defRPr>
            </a:lvl2pPr>
            <a:lvl3pPr lvl="2" algn="ctr" rtl="0">
              <a:spcBef>
                <a:spcPts val="0"/>
              </a:spcBef>
              <a:spcAft>
                <a:spcPts val="0"/>
              </a:spcAft>
              <a:buClr>
                <a:schemeClr val="accent1"/>
              </a:buClr>
              <a:buSzPts val="12000"/>
              <a:buNone/>
              <a:defRPr sz="12000">
                <a:solidFill>
                  <a:schemeClr val="accent1"/>
                </a:solidFill>
              </a:defRPr>
            </a:lvl3pPr>
            <a:lvl4pPr lvl="3" algn="ctr" rtl="0">
              <a:spcBef>
                <a:spcPts val="0"/>
              </a:spcBef>
              <a:spcAft>
                <a:spcPts val="0"/>
              </a:spcAft>
              <a:buClr>
                <a:schemeClr val="accent1"/>
              </a:buClr>
              <a:buSzPts val="12000"/>
              <a:buNone/>
              <a:defRPr sz="12000">
                <a:solidFill>
                  <a:schemeClr val="accent1"/>
                </a:solidFill>
              </a:defRPr>
            </a:lvl4pPr>
            <a:lvl5pPr lvl="4" algn="ctr" rtl="0">
              <a:spcBef>
                <a:spcPts val="0"/>
              </a:spcBef>
              <a:spcAft>
                <a:spcPts val="0"/>
              </a:spcAft>
              <a:buClr>
                <a:schemeClr val="accent1"/>
              </a:buClr>
              <a:buSzPts val="12000"/>
              <a:buNone/>
              <a:defRPr sz="12000">
                <a:solidFill>
                  <a:schemeClr val="accent1"/>
                </a:solidFill>
              </a:defRPr>
            </a:lvl5pPr>
            <a:lvl6pPr lvl="5" algn="ctr" rtl="0">
              <a:spcBef>
                <a:spcPts val="0"/>
              </a:spcBef>
              <a:spcAft>
                <a:spcPts val="0"/>
              </a:spcAft>
              <a:buClr>
                <a:schemeClr val="accent1"/>
              </a:buClr>
              <a:buSzPts val="12000"/>
              <a:buNone/>
              <a:defRPr sz="12000">
                <a:solidFill>
                  <a:schemeClr val="accent1"/>
                </a:solidFill>
              </a:defRPr>
            </a:lvl6pPr>
            <a:lvl7pPr lvl="6" algn="ctr" rtl="0">
              <a:spcBef>
                <a:spcPts val="0"/>
              </a:spcBef>
              <a:spcAft>
                <a:spcPts val="0"/>
              </a:spcAft>
              <a:buClr>
                <a:schemeClr val="accent1"/>
              </a:buClr>
              <a:buSzPts val="12000"/>
              <a:buNone/>
              <a:defRPr sz="12000">
                <a:solidFill>
                  <a:schemeClr val="accent1"/>
                </a:solidFill>
              </a:defRPr>
            </a:lvl7pPr>
            <a:lvl8pPr lvl="7" algn="ctr" rtl="0">
              <a:spcBef>
                <a:spcPts val="0"/>
              </a:spcBef>
              <a:spcAft>
                <a:spcPts val="0"/>
              </a:spcAft>
              <a:buClr>
                <a:schemeClr val="accent1"/>
              </a:buClr>
              <a:buSzPts val="12000"/>
              <a:buNone/>
              <a:defRPr sz="12000">
                <a:solidFill>
                  <a:schemeClr val="accent1"/>
                </a:solidFill>
              </a:defRPr>
            </a:lvl8pPr>
            <a:lvl9pPr lvl="8" algn="ctr" rtl="0">
              <a:spcBef>
                <a:spcPts val="0"/>
              </a:spcBef>
              <a:spcAft>
                <a:spcPts val="0"/>
              </a:spcAft>
              <a:buClr>
                <a:schemeClr val="accent1"/>
              </a:buClr>
              <a:buSzPts val="12000"/>
              <a:buNone/>
              <a:defRPr sz="12000">
                <a:solidFill>
                  <a:schemeClr val="accent1"/>
                </a:solidFill>
              </a:defRPr>
            </a:lvl9pPr>
          </a:lstStyle>
          <a:p>
            <a:r>
              <a:t>xx%</a:t>
            </a:r>
          </a:p>
        </p:txBody>
      </p:sp>
      <p:sp>
        <p:nvSpPr>
          <p:cNvPr id="64" name="Google Shape;64;p11"/>
          <p:cNvSpPr txBox="1">
            <a:spLocks noGrp="1"/>
          </p:cNvSpPr>
          <p:nvPr>
            <p:ph type="body" idx="1"/>
          </p:nvPr>
        </p:nvSpPr>
        <p:spPr>
          <a:xfrm flipH="1">
            <a:off x="2309550" y="2769650"/>
            <a:ext cx="4524900" cy="3657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600" i="0"/>
            </a:lvl1pPr>
            <a:lvl2pPr marL="914400" lvl="1" indent="-317500" algn="ctr" rtl="0">
              <a:lnSpc>
                <a:spcPct val="100000"/>
              </a:lnSpc>
              <a:spcBef>
                <a:spcPts val="0"/>
              </a:spcBef>
              <a:spcAft>
                <a:spcPts val="0"/>
              </a:spcAft>
              <a:buSzPts val="1400"/>
              <a:buChar char="○"/>
              <a:defRPr i="0"/>
            </a:lvl2pPr>
            <a:lvl3pPr marL="1371600" lvl="2" indent="-317500" algn="ctr" rtl="0">
              <a:lnSpc>
                <a:spcPct val="100000"/>
              </a:lnSpc>
              <a:spcBef>
                <a:spcPts val="0"/>
              </a:spcBef>
              <a:spcAft>
                <a:spcPts val="0"/>
              </a:spcAft>
              <a:buSzPts val="1400"/>
              <a:buChar char="■"/>
              <a:defRPr/>
            </a:lvl3pPr>
            <a:lvl4pPr marL="1828800" lvl="3" indent="-317500" algn="ctr" rtl="0">
              <a:lnSpc>
                <a:spcPct val="100000"/>
              </a:lnSpc>
              <a:spcBef>
                <a:spcPts val="0"/>
              </a:spcBef>
              <a:spcAft>
                <a:spcPts val="0"/>
              </a:spcAft>
              <a:buSzPts val="1400"/>
              <a:buChar char="●"/>
              <a:defRPr/>
            </a:lvl4pPr>
            <a:lvl5pPr marL="2286000" lvl="4" indent="-317500" algn="ctr" rtl="0">
              <a:lnSpc>
                <a:spcPct val="100000"/>
              </a:lnSpc>
              <a:spcBef>
                <a:spcPts val="0"/>
              </a:spcBef>
              <a:spcAft>
                <a:spcPts val="0"/>
              </a:spcAft>
              <a:buSzPts val="1400"/>
              <a:buChar char="○"/>
              <a:defRPr/>
            </a:lvl5pPr>
            <a:lvl6pPr marL="2743200" lvl="5" indent="-317500" algn="ctr" rtl="0">
              <a:lnSpc>
                <a:spcPct val="100000"/>
              </a:lnSpc>
              <a:spcBef>
                <a:spcPts val="0"/>
              </a:spcBef>
              <a:spcAft>
                <a:spcPts val="0"/>
              </a:spcAft>
              <a:buSzPts val="1400"/>
              <a:buChar char="■"/>
              <a:defRPr/>
            </a:lvl6pPr>
            <a:lvl7pPr marL="3200400" lvl="6" indent="-317500" algn="ctr" rtl="0">
              <a:lnSpc>
                <a:spcPct val="100000"/>
              </a:lnSpc>
              <a:spcBef>
                <a:spcPts val="0"/>
              </a:spcBef>
              <a:spcAft>
                <a:spcPts val="0"/>
              </a:spcAft>
              <a:buSzPts val="1400"/>
              <a:buChar char="●"/>
              <a:defRPr/>
            </a:lvl7pPr>
            <a:lvl8pPr marL="3657600" lvl="7" indent="-317500" algn="ctr" rtl="0">
              <a:lnSpc>
                <a:spcPct val="100000"/>
              </a:lnSpc>
              <a:spcBef>
                <a:spcPts val="0"/>
              </a:spcBef>
              <a:spcAft>
                <a:spcPts val="0"/>
              </a:spcAft>
              <a:buSzPts val="1400"/>
              <a:buChar char="○"/>
              <a:defRPr/>
            </a:lvl8pPr>
            <a:lvl9pPr marL="4114800" lvl="8" indent="-317500" algn="ctr" rtl="0">
              <a:lnSpc>
                <a:spcPct val="100000"/>
              </a:lnSpc>
              <a:spcBef>
                <a:spcPts val="0"/>
              </a:spcBef>
              <a:spcAft>
                <a:spcPts val="0"/>
              </a:spcAft>
              <a:buSzPts val="1400"/>
              <a:buChar char="■"/>
              <a:defRPr/>
            </a:lvl9pPr>
          </a:lstStyle>
          <a:p>
            <a:endParaRPr/>
          </a:p>
        </p:txBody>
      </p:sp>
      <p:sp>
        <p:nvSpPr>
          <p:cNvPr id="65" name="Google Shape;65;p11"/>
          <p:cNvSpPr/>
          <p:nvPr/>
        </p:nvSpPr>
        <p:spPr>
          <a:xfrm rot="-2339450">
            <a:off x="420575" y="291051"/>
            <a:ext cx="343951" cy="309012"/>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rgbClr val="FEB7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CUSTOM_6">
    <p:spTree>
      <p:nvGrpSpPr>
        <p:cNvPr id="1" name="Shape 67"/>
        <p:cNvGrpSpPr/>
        <p:nvPr/>
      </p:nvGrpSpPr>
      <p:grpSpPr>
        <a:xfrm>
          <a:off x="0" y="0"/>
          <a:ext cx="0" cy="0"/>
          <a:chOff x="0" y="0"/>
          <a:chExt cx="0" cy="0"/>
        </a:xfrm>
      </p:grpSpPr>
      <p:sp>
        <p:nvSpPr>
          <p:cNvPr id="68" name="Google Shape;68;p13"/>
          <p:cNvSpPr txBox="1">
            <a:spLocks noGrp="1"/>
          </p:cNvSpPr>
          <p:nvPr>
            <p:ph type="title"/>
          </p:nvPr>
        </p:nvSpPr>
        <p:spPr>
          <a:xfrm>
            <a:off x="713225" y="539500"/>
            <a:ext cx="77175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3000"/>
              <a:buNone/>
              <a:defRPr sz="3000">
                <a:solidFill>
                  <a:schemeClr val="dk1"/>
                </a:solidFill>
                <a:latin typeface="Martel ExtraBold"/>
                <a:ea typeface="Martel ExtraBold"/>
                <a:cs typeface="Martel ExtraBold"/>
                <a:sym typeface="Martel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9" name="Google Shape;69;p13"/>
          <p:cNvSpPr txBox="1">
            <a:spLocks noGrp="1"/>
          </p:cNvSpPr>
          <p:nvPr>
            <p:ph type="title" idx="2" hasCustomPrompt="1"/>
          </p:nvPr>
        </p:nvSpPr>
        <p:spPr>
          <a:xfrm>
            <a:off x="918849" y="1692854"/>
            <a:ext cx="667500" cy="365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chemeClr val="accent2"/>
              </a:buClr>
              <a:buSzPts val="3600"/>
              <a:buFont typeface="Pangolin"/>
              <a:buNone/>
              <a:defRPr sz="3000" b="0">
                <a:solidFill>
                  <a:schemeClr val="accent4"/>
                </a:solidFill>
                <a:latin typeface="Martel DemiBold"/>
                <a:ea typeface="Martel DemiBold"/>
                <a:cs typeface="Martel DemiBold"/>
                <a:sym typeface="Martel DemiBold"/>
              </a:defRPr>
            </a:lvl1pPr>
            <a:lvl2pPr lvl="1" rtl="0">
              <a:spcBef>
                <a:spcPts val="0"/>
              </a:spcBef>
              <a:spcAft>
                <a:spcPts val="0"/>
              </a:spcAft>
              <a:buClr>
                <a:schemeClr val="accent1"/>
              </a:buClr>
              <a:buSzPts val="12000"/>
              <a:buNone/>
              <a:defRPr sz="12000">
                <a:solidFill>
                  <a:schemeClr val="accent1"/>
                </a:solidFill>
              </a:defRPr>
            </a:lvl2pPr>
            <a:lvl3pPr lvl="2" rtl="0">
              <a:spcBef>
                <a:spcPts val="0"/>
              </a:spcBef>
              <a:spcAft>
                <a:spcPts val="0"/>
              </a:spcAft>
              <a:buClr>
                <a:schemeClr val="accent1"/>
              </a:buClr>
              <a:buSzPts val="12000"/>
              <a:buNone/>
              <a:defRPr sz="12000">
                <a:solidFill>
                  <a:schemeClr val="accent1"/>
                </a:solidFill>
              </a:defRPr>
            </a:lvl3pPr>
            <a:lvl4pPr lvl="3" rtl="0">
              <a:spcBef>
                <a:spcPts val="0"/>
              </a:spcBef>
              <a:spcAft>
                <a:spcPts val="0"/>
              </a:spcAft>
              <a:buClr>
                <a:schemeClr val="accent1"/>
              </a:buClr>
              <a:buSzPts val="12000"/>
              <a:buNone/>
              <a:defRPr sz="12000">
                <a:solidFill>
                  <a:schemeClr val="accent1"/>
                </a:solidFill>
              </a:defRPr>
            </a:lvl4pPr>
            <a:lvl5pPr lvl="4" rtl="0">
              <a:spcBef>
                <a:spcPts val="0"/>
              </a:spcBef>
              <a:spcAft>
                <a:spcPts val="0"/>
              </a:spcAft>
              <a:buClr>
                <a:schemeClr val="accent1"/>
              </a:buClr>
              <a:buSzPts val="12000"/>
              <a:buNone/>
              <a:defRPr sz="12000">
                <a:solidFill>
                  <a:schemeClr val="accent1"/>
                </a:solidFill>
              </a:defRPr>
            </a:lvl5pPr>
            <a:lvl6pPr lvl="5" rtl="0">
              <a:spcBef>
                <a:spcPts val="0"/>
              </a:spcBef>
              <a:spcAft>
                <a:spcPts val="0"/>
              </a:spcAft>
              <a:buClr>
                <a:schemeClr val="accent1"/>
              </a:buClr>
              <a:buSzPts val="12000"/>
              <a:buNone/>
              <a:defRPr sz="12000">
                <a:solidFill>
                  <a:schemeClr val="accent1"/>
                </a:solidFill>
              </a:defRPr>
            </a:lvl6pPr>
            <a:lvl7pPr lvl="6" rtl="0">
              <a:spcBef>
                <a:spcPts val="0"/>
              </a:spcBef>
              <a:spcAft>
                <a:spcPts val="0"/>
              </a:spcAft>
              <a:buClr>
                <a:schemeClr val="accent1"/>
              </a:buClr>
              <a:buSzPts val="12000"/>
              <a:buNone/>
              <a:defRPr sz="12000">
                <a:solidFill>
                  <a:schemeClr val="accent1"/>
                </a:solidFill>
              </a:defRPr>
            </a:lvl7pPr>
            <a:lvl8pPr lvl="7" rtl="0">
              <a:spcBef>
                <a:spcPts val="0"/>
              </a:spcBef>
              <a:spcAft>
                <a:spcPts val="0"/>
              </a:spcAft>
              <a:buClr>
                <a:schemeClr val="accent1"/>
              </a:buClr>
              <a:buSzPts val="12000"/>
              <a:buNone/>
              <a:defRPr sz="12000">
                <a:solidFill>
                  <a:schemeClr val="accent1"/>
                </a:solidFill>
              </a:defRPr>
            </a:lvl8pPr>
            <a:lvl9pPr lvl="8" rtl="0">
              <a:spcBef>
                <a:spcPts val="0"/>
              </a:spcBef>
              <a:spcAft>
                <a:spcPts val="0"/>
              </a:spcAft>
              <a:buClr>
                <a:schemeClr val="accent1"/>
              </a:buClr>
              <a:buSzPts val="12000"/>
              <a:buNone/>
              <a:defRPr sz="12000">
                <a:solidFill>
                  <a:schemeClr val="accent1"/>
                </a:solidFill>
              </a:defRPr>
            </a:lvl9pPr>
          </a:lstStyle>
          <a:p>
            <a:r>
              <a:t>xx%</a:t>
            </a:r>
          </a:p>
        </p:txBody>
      </p:sp>
      <p:sp>
        <p:nvSpPr>
          <p:cNvPr id="70" name="Google Shape;70;p13"/>
          <p:cNvSpPr txBox="1">
            <a:spLocks noGrp="1"/>
          </p:cNvSpPr>
          <p:nvPr>
            <p:ph type="subTitle" idx="1"/>
          </p:nvPr>
        </p:nvSpPr>
        <p:spPr>
          <a:xfrm>
            <a:off x="1641575" y="1412929"/>
            <a:ext cx="2560200" cy="3657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accent2"/>
              </a:buClr>
              <a:buSzPts val="3000"/>
              <a:buNone/>
              <a:defRPr sz="1800" b="1" i="0">
                <a:solidFill>
                  <a:schemeClr val="dk1"/>
                </a:solidFill>
                <a:latin typeface="Martel"/>
                <a:ea typeface="Martel"/>
                <a:cs typeface="Martel"/>
                <a:sym typeface="Martel"/>
              </a:defRPr>
            </a:lvl1pPr>
            <a:lvl2pPr lvl="1" rtl="0">
              <a:spcBef>
                <a:spcPts val="0"/>
              </a:spcBef>
              <a:spcAft>
                <a:spcPts val="0"/>
              </a:spcAft>
              <a:buClr>
                <a:schemeClr val="accent2"/>
              </a:buClr>
              <a:buSzPts val="1400"/>
              <a:buNone/>
              <a:defRPr>
                <a:solidFill>
                  <a:schemeClr val="accent2"/>
                </a:solidFill>
              </a:defRPr>
            </a:lvl2pPr>
            <a:lvl3pPr lvl="2" rtl="0">
              <a:spcBef>
                <a:spcPts val="0"/>
              </a:spcBef>
              <a:spcAft>
                <a:spcPts val="0"/>
              </a:spcAft>
              <a:buClr>
                <a:schemeClr val="accent2"/>
              </a:buClr>
              <a:buSzPts val="1400"/>
              <a:buNone/>
              <a:defRPr>
                <a:solidFill>
                  <a:schemeClr val="accent2"/>
                </a:solidFill>
              </a:defRPr>
            </a:lvl3pPr>
            <a:lvl4pPr lvl="3" rtl="0">
              <a:spcBef>
                <a:spcPts val="0"/>
              </a:spcBef>
              <a:spcAft>
                <a:spcPts val="0"/>
              </a:spcAft>
              <a:buClr>
                <a:schemeClr val="accent2"/>
              </a:buClr>
              <a:buSzPts val="1400"/>
              <a:buNone/>
              <a:defRPr>
                <a:solidFill>
                  <a:schemeClr val="accent2"/>
                </a:solidFill>
              </a:defRPr>
            </a:lvl4pPr>
            <a:lvl5pPr lvl="4" rtl="0">
              <a:spcBef>
                <a:spcPts val="0"/>
              </a:spcBef>
              <a:spcAft>
                <a:spcPts val="0"/>
              </a:spcAft>
              <a:buClr>
                <a:schemeClr val="accent2"/>
              </a:buClr>
              <a:buSzPts val="1400"/>
              <a:buNone/>
              <a:defRPr>
                <a:solidFill>
                  <a:schemeClr val="accent2"/>
                </a:solidFill>
              </a:defRPr>
            </a:lvl5pPr>
            <a:lvl6pPr lvl="5" rtl="0">
              <a:spcBef>
                <a:spcPts val="0"/>
              </a:spcBef>
              <a:spcAft>
                <a:spcPts val="0"/>
              </a:spcAft>
              <a:buClr>
                <a:schemeClr val="accent2"/>
              </a:buClr>
              <a:buSzPts val="1400"/>
              <a:buNone/>
              <a:defRPr>
                <a:solidFill>
                  <a:schemeClr val="accent2"/>
                </a:solidFill>
              </a:defRPr>
            </a:lvl6pPr>
            <a:lvl7pPr lvl="6" rtl="0">
              <a:spcBef>
                <a:spcPts val="0"/>
              </a:spcBef>
              <a:spcAft>
                <a:spcPts val="0"/>
              </a:spcAft>
              <a:buClr>
                <a:schemeClr val="accent2"/>
              </a:buClr>
              <a:buSzPts val="1400"/>
              <a:buNone/>
              <a:defRPr>
                <a:solidFill>
                  <a:schemeClr val="accent2"/>
                </a:solidFill>
              </a:defRPr>
            </a:lvl7pPr>
            <a:lvl8pPr lvl="7" rtl="0">
              <a:spcBef>
                <a:spcPts val="0"/>
              </a:spcBef>
              <a:spcAft>
                <a:spcPts val="0"/>
              </a:spcAft>
              <a:buClr>
                <a:schemeClr val="accent2"/>
              </a:buClr>
              <a:buSzPts val="1400"/>
              <a:buNone/>
              <a:defRPr>
                <a:solidFill>
                  <a:schemeClr val="accent2"/>
                </a:solidFill>
              </a:defRPr>
            </a:lvl8pPr>
            <a:lvl9pPr lvl="8" rtl="0">
              <a:spcBef>
                <a:spcPts val="0"/>
              </a:spcBef>
              <a:spcAft>
                <a:spcPts val="0"/>
              </a:spcAft>
              <a:buClr>
                <a:schemeClr val="accent2"/>
              </a:buClr>
              <a:buSzPts val="1400"/>
              <a:buNone/>
              <a:defRPr>
                <a:solidFill>
                  <a:schemeClr val="accent2"/>
                </a:solidFill>
              </a:defRPr>
            </a:lvl9pPr>
          </a:lstStyle>
          <a:p>
            <a:endParaRPr/>
          </a:p>
        </p:txBody>
      </p:sp>
      <p:sp>
        <p:nvSpPr>
          <p:cNvPr id="71" name="Google Shape;71;p13"/>
          <p:cNvSpPr txBox="1">
            <a:spLocks noGrp="1"/>
          </p:cNvSpPr>
          <p:nvPr>
            <p:ph type="subTitle" idx="3"/>
          </p:nvPr>
        </p:nvSpPr>
        <p:spPr>
          <a:xfrm>
            <a:off x="1641575" y="1789144"/>
            <a:ext cx="2560200" cy="5394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3"/>
              </a:buClr>
              <a:buSzPts val="1400"/>
              <a:buNone/>
              <a:defRPr sz="1400" i="0"/>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a:endParaRPr/>
          </a:p>
        </p:txBody>
      </p:sp>
      <p:sp>
        <p:nvSpPr>
          <p:cNvPr id="72" name="Google Shape;72;p13"/>
          <p:cNvSpPr/>
          <p:nvPr/>
        </p:nvSpPr>
        <p:spPr>
          <a:xfrm rot="-4326518">
            <a:off x="5881551" y="4323786"/>
            <a:ext cx="262339" cy="235690"/>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3"/>
          <p:cNvSpPr/>
          <p:nvPr/>
        </p:nvSpPr>
        <p:spPr>
          <a:xfrm rot="-8792909">
            <a:off x="39983" y="3652190"/>
            <a:ext cx="2967549" cy="1578903"/>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3"/>
          <p:cNvSpPr/>
          <p:nvPr/>
        </p:nvSpPr>
        <p:spPr>
          <a:xfrm>
            <a:off x="6856876" y="2925802"/>
            <a:ext cx="2967513" cy="1578884"/>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3"/>
          <p:cNvSpPr/>
          <p:nvPr/>
        </p:nvSpPr>
        <p:spPr>
          <a:xfrm rot="-4326518">
            <a:off x="339226" y="260636"/>
            <a:ext cx="262339" cy="235690"/>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3"/>
          <p:cNvSpPr txBox="1">
            <a:spLocks noGrp="1"/>
          </p:cNvSpPr>
          <p:nvPr>
            <p:ph type="title" idx="4" hasCustomPrompt="1"/>
          </p:nvPr>
        </p:nvSpPr>
        <p:spPr>
          <a:xfrm>
            <a:off x="4571999" y="1692854"/>
            <a:ext cx="667500" cy="365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chemeClr val="accent2"/>
              </a:buClr>
              <a:buSzPts val="3600"/>
              <a:buFont typeface="Pangolin"/>
              <a:buNone/>
              <a:defRPr sz="3000" b="0">
                <a:solidFill>
                  <a:schemeClr val="accent4"/>
                </a:solidFill>
                <a:latin typeface="Martel DemiBold"/>
                <a:ea typeface="Martel DemiBold"/>
                <a:cs typeface="Martel DemiBold"/>
                <a:sym typeface="Martel DemiBold"/>
              </a:defRPr>
            </a:lvl1pPr>
            <a:lvl2pPr lvl="1" rtl="0">
              <a:spcBef>
                <a:spcPts val="0"/>
              </a:spcBef>
              <a:spcAft>
                <a:spcPts val="0"/>
              </a:spcAft>
              <a:buClr>
                <a:schemeClr val="accent1"/>
              </a:buClr>
              <a:buSzPts val="12000"/>
              <a:buNone/>
              <a:defRPr sz="12000">
                <a:solidFill>
                  <a:schemeClr val="accent1"/>
                </a:solidFill>
              </a:defRPr>
            </a:lvl2pPr>
            <a:lvl3pPr lvl="2" rtl="0">
              <a:spcBef>
                <a:spcPts val="0"/>
              </a:spcBef>
              <a:spcAft>
                <a:spcPts val="0"/>
              </a:spcAft>
              <a:buClr>
                <a:schemeClr val="accent1"/>
              </a:buClr>
              <a:buSzPts val="12000"/>
              <a:buNone/>
              <a:defRPr sz="12000">
                <a:solidFill>
                  <a:schemeClr val="accent1"/>
                </a:solidFill>
              </a:defRPr>
            </a:lvl3pPr>
            <a:lvl4pPr lvl="3" rtl="0">
              <a:spcBef>
                <a:spcPts val="0"/>
              </a:spcBef>
              <a:spcAft>
                <a:spcPts val="0"/>
              </a:spcAft>
              <a:buClr>
                <a:schemeClr val="accent1"/>
              </a:buClr>
              <a:buSzPts val="12000"/>
              <a:buNone/>
              <a:defRPr sz="12000">
                <a:solidFill>
                  <a:schemeClr val="accent1"/>
                </a:solidFill>
              </a:defRPr>
            </a:lvl4pPr>
            <a:lvl5pPr lvl="4" rtl="0">
              <a:spcBef>
                <a:spcPts val="0"/>
              </a:spcBef>
              <a:spcAft>
                <a:spcPts val="0"/>
              </a:spcAft>
              <a:buClr>
                <a:schemeClr val="accent1"/>
              </a:buClr>
              <a:buSzPts val="12000"/>
              <a:buNone/>
              <a:defRPr sz="12000">
                <a:solidFill>
                  <a:schemeClr val="accent1"/>
                </a:solidFill>
              </a:defRPr>
            </a:lvl5pPr>
            <a:lvl6pPr lvl="5" rtl="0">
              <a:spcBef>
                <a:spcPts val="0"/>
              </a:spcBef>
              <a:spcAft>
                <a:spcPts val="0"/>
              </a:spcAft>
              <a:buClr>
                <a:schemeClr val="accent1"/>
              </a:buClr>
              <a:buSzPts val="12000"/>
              <a:buNone/>
              <a:defRPr sz="12000">
                <a:solidFill>
                  <a:schemeClr val="accent1"/>
                </a:solidFill>
              </a:defRPr>
            </a:lvl6pPr>
            <a:lvl7pPr lvl="6" rtl="0">
              <a:spcBef>
                <a:spcPts val="0"/>
              </a:spcBef>
              <a:spcAft>
                <a:spcPts val="0"/>
              </a:spcAft>
              <a:buClr>
                <a:schemeClr val="accent1"/>
              </a:buClr>
              <a:buSzPts val="12000"/>
              <a:buNone/>
              <a:defRPr sz="12000">
                <a:solidFill>
                  <a:schemeClr val="accent1"/>
                </a:solidFill>
              </a:defRPr>
            </a:lvl7pPr>
            <a:lvl8pPr lvl="7" rtl="0">
              <a:spcBef>
                <a:spcPts val="0"/>
              </a:spcBef>
              <a:spcAft>
                <a:spcPts val="0"/>
              </a:spcAft>
              <a:buClr>
                <a:schemeClr val="accent1"/>
              </a:buClr>
              <a:buSzPts val="12000"/>
              <a:buNone/>
              <a:defRPr sz="12000">
                <a:solidFill>
                  <a:schemeClr val="accent1"/>
                </a:solidFill>
              </a:defRPr>
            </a:lvl8pPr>
            <a:lvl9pPr lvl="8" rtl="0">
              <a:spcBef>
                <a:spcPts val="0"/>
              </a:spcBef>
              <a:spcAft>
                <a:spcPts val="0"/>
              </a:spcAft>
              <a:buClr>
                <a:schemeClr val="accent1"/>
              </a:buClr>
              <a:buSzPts val="12000"/>
              <a:buNone/>
              <a:defRPr sz="12000">
                <a:solidFill>
                  <a:schemeClr val="accent1"/>
                </a:solidFill>
              </a:defRPr>
            </a:lvl9pPr>
          </a:lstStyle>
          <a:p>
            <a:r>
              <a:t>xx%</a:t>
            </a:r>
          </a:p>
        </p:txBody>
      </p:sp>
      <p:sp>
        <p:nvSpPr>
          <p:cNvPr id="77" name="Google Shape;77;p13"/>
          <p:cNvSpPr txBox="1">
            <a:spLocks noGrp="1"/>
          </p:cNvSpPr>
          <p:nvPr>
            <p:ph type="subTitle" idx="5"/>
          </p:nvPr>
        </p:nvSpPr>
        <p:spPr>
          <a:xfrm>
            <a:off x="5294725" y="1412929"/>
            <a:ext cx="2560200" cy="3657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accent2"/>
              </a:buClr>
              <a:buSzPts val="3000"/>
              <a:buNone/>
              <a:defRPr sz="1800" b="1" i="0">
                <a:solidFill>
                  <a:schemeClr val="dk1"/>
                </a:solidFill>
                <a:latin typeface="Martel"/>
                <a:ea typeface="Martel"/>
                <a:cs typeface="Martel"/>
                <a:sym typeface="Martel"/>
              </a:defRPr>
            </a:lvl1pPr>
            <a:lvl2pPr lvl="1" rtl="0">
              <a:spcBef>
                <a:spcPts val="0"/>
              </a:spcBef>
              <a:spcAft>
                <a:spcPts val="0"/>
              </a:spcAft>
              <a:buClr>
                <a:schemeClr val="accent2"/>
              </a:buClr>
              <a:buSzPts val="1400"/>
              <a:buNone/>
              <a:defRPr>
                <a:solidFill>
                  <a:schemeClr val="accent2"/>
                </a:solidFill>
              </a:defRPr>
            </a:lvl2pPr>
            <a:lvl3pPr lvl="2" rtl="0">
              <a:spcBef>
                <a:spcPts val="0"/>
              </a:spcBef>
              <a:spcAft>
                <a:spcPts val="0"/>
              </a:spcAft>
              <a:buClr>
                <a:schemeClr val="accent2"/>
              </a:buClr>
              <a:buSzPts val="1400"/>
              <a:buNone/>
              <a:defRPr>
                <a:solidFill>
                  <a:schemeClr val="accent2"/>
                </a:solidFill>
              </a:defRPr>
            </a:lvl3pPr>
            <a:lvl4pPr lvl="3" rtl="0">
              <a:spcBef>
                <a:spcPts val="0"/>
              </a:spcBef>
              <a:spcAft>
                <a:spcPts val="0"/>
              </a:spcAft>
              <a:buClr>
                <a:schemeClr val="accent2"/>
              </a:buClr>
              <a:buSzPts val="1400"/>
              <a:buNone/>
              <a:defRPr>
                <a:solidFill>
                  <a:schemeClr val="accent2"/>
                </a:solidFill>
              </a:defRPr>
            </a:lvl4pPr>
            <a:lvl5pPr lvl="4" rtl="0">
              <a:spcBef>
                <a:spcPts val="0"/>
              </a:spcBef>
              <a:spcAft>
                <a:spcPts val="0"/>
              </a:spcAft>
              <a:buClr>
                <a:schemeClr val="accent2"/>
              </a:buClr>
              <a:buSzPts val="1400"/>
              <a:buNone/>
              <a:defRPr>
                <a:solidFill>
                  <a:schemeClr val="accent2"/>
                </a:solidFill>
              </a:defRPr>
            </a:lvl5pPr>
            <a:lvl6pPr lvl="5" rtl="0">
              <a:spcBef>
                <a:spcPts val="0"/>
              </a:spcBef>
              <a:spcAft>
                <a:spcPts val="0"/>
              </a:spcAft>
              <a:buClr>
                <a:schemeClr val="accent2"/>
              </a:buClr>
              <a:buSzPts val="1400"/>
              <a:buNone/>
              <a:defRPr>
                <a:solidFill>
                  <a:schemeClr val="accent2"/>
                </a:solidFill>
              </a:defRPr>
            </a:lvl6pPr>
            <a:lvl7pPr lvl="6" rtl="0">
              <a:spcBef>
                <a:spcPts val="0"/>
              </a:spcBef>
              <a:spcAft>
                <a:spcPts val="0"/>
              </a:spcAft>
              <a:buClr>
                <a:schemeClr val="accent2"/>
              </a:buClr>
              <a:buSzPts val="1400"/>
              <a:buNone/>
              <a:defRPr>
                <a:solidFill>
                  <a:schemeClr val="accent2"/>
                </a:solidFill>
              </a:defRPr>
            </a:lvl7pPr>
            <a:lvl8pPr lvl="7" rtl="0">
              <a:spcBef>
                <a:spcPts val="0"/>
              </a:spcBef>
              <a:spcAft>
                <a:spcPts val="0"/>
              </a:spcAft>
              <a:buClr>
                <a:schemeClr val="accent2"/>
              </a:buClr>
              <a:buSzPts val="1400"/>
              <a:buNone/>
              <a:defRPr>
                <a:solidFill>
                  <a:schemeClr val="accent2"/>
                </a:solidFill>
              </a:defRPr>
            </a:lvl8pPr>
            <a:lvl9pPr lvl="8" rtl="0">
              <a:spcBef>
                <a:spcPts val="0"/>
              </a:spcBef>
              <a:spcAft>
                <a:spcPts val="0"/>
              </a:spcAft>
              <a:buClr>
                <a:schemeClr val="accent2"/>
              </a:buClr>
              <a:buSzPts val="1400"/>
              <a:buNone/>
              <a:defRPr>
                <a:solidFill>
                  <a:schemeClr val="accent2"/>
                </a:solidFill>
              </a:defRPr>
            </a:lvl9pPr>
          </a:lstStyle>
          <a:p>
            <a:endParaRPr/>
          </a:p>
        </p:txBody>
      </p:sp>
      <p:sp>
        <p:nvSpPr>
          <p:cNvPr id="78" name="Google Shape;78;p13"/>
          <p:cNvSpPr txBox="1">
            <a:spLocks noGrp="1"/>
          </p:cNvSpPr>
          <p:nvPr>
            <p:ph type="subTitle" idx="6"/>
          </p:nvPr>
        </p:nvSpPr>
        <p:spPr>
          <a:xfrm>
            <a:off x="5294725" y="1789144"/>
            <a:ext cx="2560200" cy="5394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3"/>
              </a:buClr>
              <a:buSzPts val="1400"/>
              <a:buNone/>
              <a:defRPr sz="1400" i="0"/>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a:endParaRPr/>
          </a:p>
        </p:txBody>
      </p:sp>
      <p:sp>
        <p:nvSpPr>
          <p:cNvPr id="79" name="Google Shape;79;p13"/>
          <p:cNvSpPr txBox="1">
            <a:spLocks noGrp="1"/>
          </p:cNvSpPr>
          <p:nvPr>
            <p:ph type="title" idx="7" hasCustomPrompt="1"/>
          </p:nvPr>
        </p:nvSpPr>
        <p:spPr>
          <a:xfrm>
            <a:off x="918849" y="2851679"/>
            <a:ext cx="667500" cy="365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chemeClr val="accent2"/>
              </a:buClr>
              <a:buSzPts val="3600"/>
              <a:buFont typeface="Pangolin"/>
              <a:buNone/>
              <a:defRPr sz="3000" b="0">
                <a:solidFill>
                  <a:schemeClr val="accent4"/>
                </a:solidFill>
                <a:latin typeface="Martel DemiBold"/>
                <a:ea typeface="Martel DemiBold"/>
                <a:cs typeface="Martel DemiBold"/>
                <a:sym typeface="Martel DemiBold"/>
              </a:defRPr>
            </a:lvl1pPr>
            <a:lvl2pPr lvl="1" rtl="0">
              <a:spcBef>
                <a:spcPts val="0"/>
              </a:spcBef>
              <a:spcAft>
                <a:spcPts val="0"/>
              </a:spcAft>
              <a:buClr>
                <a:schemeClr val="accent1"/>
              </a:buClr>
              <a:buSzPts val="12000"/>
              <a:buNone/>
              <a:defRPr sz="12000">
                <a:solidFill>
                  <a:schemeClr val="accent1"/>
                </a:solidFill>
              </a:defRPr>
            </a:lvl2pPr>
            <a:lvl3pPr lvl="2" rtl="0">
              <a:spcBef>
                <a:spcPts val="0"/>
              </a:spcBef>
              <a:spcAft>
                <a:spcPts val="0"/>
              </a:spcAft>
              <a:buClr>
                <a:schemeClr val="accent1"/>
              </a:buClr>
              <a:buSzPts val="12000"/>
              <a:buNone/>
              <a:defRPr sz="12000">
                <a:solidFill>
                  <a:schemeClr val="accent1"/>
                </a:solidFill>
              </a:defRPr>
            </a:lvl3pPr>
            <a:lvl4pPr lvl="3" rtl="0">
              <a:spcBef>
                <a:spcPts val="0"/>
              </a:spcBef>
              <a:spcAft>
                <a:spcPts val="0"/>
              </a:spcAft>
              <a:buClr>
                <a:schemeClr val="accent1"/>
              </a:buClr>
              <a:buSzPts val="12000"/>
              <a:buNone/>
              <a:defRPr sz="12000">
                <a:solidFill>
                  <a:schemeClr val="accent1"/>
                </a:solidFill>
              </a:defRPr>
            </a:lvl4pPr>
            <a:lvl5pPr lvl="4" rtl="0">
              <a:spcBef>
                <a:spcPts val="0"/>
              </a:spcBef>
              <a:spcAft>
                <a:spcPts val="0"/>
              </a:spcAft>
              <a:buClr>
                <a:schemeClr val="accent1"/>
              </a:buClr>
              <a:buSzPts val="12000"/>
              <a:buNone/>
              <a:defRPr sz="12000">
                <a:solidFill>
                  <a:schemeClr val="accent1"/>
                </a:solidFill>
              </a:defRPr>
            </a:lvl5pPr>
            <a:lvl6pPr lvl="5" rtl="0">
              <a:spcBef>
                <a:spcPts val="0"/>
              </a:spcBef>
              <a:spcAft>
                <a:spcPts val="0"/>
              </a:spcAft>
              <a:buClr>
                <a:schemeClr val="accent1"/>
              </a:buClr>
              <a:buSzPts val="12000"/>
              <a:buNone/>
              <a:defRPr sz="12000">
                <a:solidFill>
                  <a:schemeClr val="accent1"/>
                </a:solidFill>
              </a:defRPr>
            </a:lvl6pPr>
            <a:lvl7pPr lvl="6" rtl="0">
              <a:spcBef>
                <a:spcPts val="0"/>
              </a:spcBef>
              <a:spcAft>
                <a:spcPts val="0"/>
              </a:spcAft>
              <a:buClr>
                <a:schemeClr val="accent1"/>
              </a:buClr>
              <a:buSzPts val="12000"/>
              <a:buNone/>
              <a:defRPr sz="12000">
                <a:solidFill>
                  <a:schemeClr val="accent1"/>
                </a:solidFill>
              </a:defRPr>
            </a:lvl7pPr>
            <a:lvl8pPr lvl="7" rtl="0">
              <a:spcBef>
                <a:spcPts val="0"/>
              </a:spcBef>
              <a:spcAft>
                <a:spcPts val="0"/>
              </a:spcAft>
              <a:buClr>
                <a:schemeClr val="accent1"/>
              </a:buClr>
              <a:buSzPts val="12000"/>
              <a:buNone/>
              <a:defRPr sz="12000">
                <a:solidFill>
                  <a:schemeClr val="accent1"/>
                </a:solidFill>
              </a:defRPr>
            </a:lvl8pPr>
            <a:lvl9pPr lvl="8" rtl="0">
              <a:spcBef>
                <a:spcPts val="0"/>
              </a:spcBef>
              <a:spcAft>
                <a:spcPts val="0"/>
              </a:spcAft>
              <a:buClr>
                <a:schemeClr val="accent1"/>
              </a:buClr>
              <a:buSzPts val="12000"/>
              <a:buNone/>
              <a:defRPr sz="12000">
                <a:solidFill>
                  <a:schemeClr val="accent1"/>
                </a:solidFill>
              </a:defRPr>
            </a:lvl9pPr>
          </a:lstStyle>
          <a:p>
            <a:r>
              <a:t>xx%</a:t>
            </a:r>
          </a:p>
        </p:txBody>
      </p:sp>
      <p:sp>
        <p:nvSpPr>
          <p:cNvPr id="80" name="Google Shape;80;p13"/>
          <p:cNvSpPr txBox="1">
            <a:spLocks noGrp="1"/>
          </p:cNvSpPr>
          <p:nvPr>
            <p:ph type="subTitle" idx="8"/>
          </p:nvPr>
        </p:nvSpPr>
        <p:spPr>
          <a:xfrm>
            <a:off x="1641575" y="2571754"/>
            <a:ext cx="2560200" cy="3657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accent2"/>
              </a:buClr>
              <a:buSzPts val="3000"/>
              <a:buNone/>
              <a:defRPr sz="1800" b="1" i="0">
                <a:solidFill>
                  <a:schemeClr val="dk1"/>
                </a:solidFill>
                <a:latin typeface="Martel"/>
                <a:ea typeface="Martel"/>
                <a:cs typeface="Martel"/>
                <a:sym typeface="Martel"/>
              </a:defRPr>
            </a:lvl1pPr>
            <a:lvl2pPr lvl="1" rtl="0">
              <a:spcBef>
                <a:spcPts val="0"/>
              </a:spcBef>
              <a:spcAft>
                <a:spcPts val="0"/>
              </a:spcAft>
              <a:buClr>
                <a:schemeClr val="accent2"/>
              </a:buClr>
              <a:buSzPts val="1400"/>
              <a:buNone/>
              <a:defRPr>
                <a:solidFill>
                  <a:schemeClr val="accent2"/>
                </a:solidFill>
              </a:defRPr>
            </a:lvl2pPr>
            <a:lvl3pPr lvl="2" rtl="0">
              <a:spcBef>
                <a:spcPts val="0"/>
              </a:spcBef>
              <a:spcAft>
                <a:spcPts val="0"/>
              </a:spcAft>
              <a:buClr>
                <a:schemeClr val="accent2"/>
              </a:buClr>
              <a:buSzPts val="1400"/>
              <a:buNone/>
              <a:defRPr>
                <a:solidFill>
                  <a:schemeClr val="accent2"/>
                </a:solidFill>
              </a:defRPr>
            </a:lvl3pPr>
            <a:lvl4pPr lvl="3" rtl="0">
              <a:spcBef>
                <a:spcPts val="0"/>
              </a:spcBef>
              <a:spcAft>
                <a:spcPts val="0"/>
              </a:spcAft>
              <a:buClr>
                <a:schemeClr val="accent2"/>
              </a:buClr>
              <a:buSzPts val="1400"/>
              <a:buNone/>
              <a:defRPr>
                <a:solidFill>
                  <a:schemeClr val="accent2"/>
                </a:solidFill>
              </a:defRPr>
            </a:lvl4pPr>
            <a:lvl5pPr lvl="4" rtl="0">
              <a:spcBef>
                <a:spcPts val="0"/>
              </a:spcBef>
              <a:spcAft>
                <a:spcPts val="0"/>
              </a:spcAft>
              <a:buClr>
                <a:schemeClr val="accent2"/>
              </a:buClr>
              <a:buSzPts val="1400"/>
              <a:buNone/>
              <a:defRPr>
                <a:solidFill>
                  <a:schemeClr val="accent2"/>
                </a:solidFill>
              </a:defRPr>
            </a:lvl5pPr>
            <a:lvl6pPr lvl="5" rtl="0">
              <a:spcBef>
                <a:spcPts val="0"/>
              </a:spcBef>
              <a:spcAft>
                <a:spcPts val="0"/>
              </a:spcAft>
              <a:buClr>
                <a:schemeClr val="accent2"/>
              </a:buClr>
              <a:buSzPts val="1400"/>
              <a:buNone/>
              <a:defRPr>
                <a:solidFill>
                  <a:schemeClr val="accent2"/>
                </a:solidFill>
              </a:defRPr>
            </a:lvl6pPr>
            <a:lvl7pPr lvl="6" rtl="0">
              <a:spcBef>
                <a:spcPts val="0"/>
              </a:spcBef>
              <a:spcAft>
                <a:spcPts val="0"/>
              </a:spcAft>
              <a:buClr>
                <a:schemeClr val="accent2"/>
              </a:buClr>
              <a:buSzPts val="1400"/>
              <a:buNone/>
              <a:defRPr>
                <a:solidFill>
                  <a:schemeClr val="accent2"/>
                </a:solidFill>
              </a:defRPr>
            </a:lvl7pPr>
            <a:lvl8pPr lvl="7" rtl="0">
              <a:spcBef>
                <a:spcPts val="0"/>
              </a:spcBef>
              <a:spcAft>
                <a:spcPts val="0"/>
              </a:spcAft>
              <a:buClr>
                <a:schemeClr val="accent2"/>
              </a:buClr>
              <a:buSzPts val="1400"/>
              <a:buNone/>
              <a:defRPr>
                <a:solidFill>
                  <a:schemeClr val="accent2"/>
                </a:solidFill>
              </a:defRPr>
            </a:lvl8pPr>
            <a:lvl9pPr lvl="8" rtl="0">
              <a:spcBef>
                <a:spcPts val="0"/>
              </a:spcBef>
              <a:spcAft>
                <a:spcPts val="0"/>
              </a:spcAft>
              <a:buClr>
                <a:schemeClr val="accent2"/>
              </a:buClr>
              <a:buSzPts val="1400"/>
              <a:buNone/>
              <a:defRPr>
                <a:solidFill>
                  <a:schemeClr val="accent2"/>
                </a:solidFill>
              </a:defRPr>
            </a:lvl9pPr>
          </a:lstStyle>
          <a:p>
            <a:endParaRPr/>
          </a:p>
        </p:txBody>
      </p:sp>
      <p:sp>
        <p:nvSpPr>
          <p:cNvPr id="81" name="Google Shape;81;p13"/>
          <p:cNvSpPr txBox="1">
            <a:spLocks noGrp="1"/>
          </p:cNvSpPr>
          <p:nvPr>
            <p:ph type="subTitle" idx="9"/>
          </p:nvPr>
        </p:nvSpPr>
        <p:spPr>
          <a:xfrm>
            <a:off x="1641575" y="2947969"/>
            <a:ext cx="2560200" cy="5394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3"/>
              </a:buClr>
              <a:buSzPts val="1400"/>
              <a:buNone/>
              <a:defRPr sz="1400" i="0"/>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a:endParaRPr/>
          </a:p>
        </p:txBody>
      </p:sp>
      <p:sp>
        <p:nvSpPr>
          <p:cNvPr id="82" name="Google Shape;82;p13"/>
          <p:cNvSpPr txBox="1">
            <a:spLocks noGrp="1"/>
          </p:cNvSpPr>
          <p:nvPr>
            <p:ph type="title" idx="13" hasCustomPrompt="1"/>
          </p:nvPr>
        </p:nvSpPr>
        <p:spPr>
          <a:xfrm>
            <a:off x="4571999" y="2851679"/>
            <a:ext cx="667500" cy="365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chemeClr val="accent2"/>
              </a:buClr>
              <a:buSzPts val="3600"/>
              <a:buFont typeface="Pangolin"/>
              <a:buNone/>
              <a:defRPr sz="3000" b="0">
                <a:solidFill>
                  <a:schemeClr val="accent4"/>
                </a:solidFill>
                <a:latin typeface="Martel DemiBold"/>
                <a:ea typeface="Martel DemiBold"/>
                <a:cs typeface="Martel DemiBold"/>
                <a:sym typeface="Martel DemiBold"/>
              </a:defRPr>
            </a:lvl1pPr>
            <a:lvl2pPr lvl="1" rtl="0">
              <a:spcBef>
                <a:spcPts val="0"/>
              </a:spcBef>
              <a:spcAft>
                <a:spcPts val="0"/>
              </a:spcAft>
              <a:buClr>
                <a:schemeClr val="accent1"/>
              </a:buClr>
              <a:buSzPts val="12000"/>
              <a:buNone/>
              <a:defRPr sz="12000">
                <a:solidFill>
                  <a:schemeClr val="accent1"/>
                </a:solidFill>
              </a:defRPr>
            </a:lvl2pPr>
            <a:lvl3pPr lvl="2" rtl="0">
              <a:spcBef>
                <a:spcPts val="0"/>
              </a:spcBef>
              <a:spcAft>
                <a:spcPts val="0"/>
              </a:spcAft>
              <a:buClr>
                <a:schemeClr val="accent1"/>
              </a:buClr>
              <a:buSzPts val="12000"/>
              <a:buNone/>
              <a:defRPr sz="12000">
                <a:solidFill>
                  <a:schemeClr val="accent1"/>
                </a:solidFill>
              </a:defRPr>
            </a:lvl3pPr>
            <a:lvl4pPr lvl="3" rtl="0">
              <a:spcBef>
                <a:spcPts val="0"/>
              </a:spcBef>
              <a:spcAft>
                <a:spcPts val="0"/>
              </a:spcAft>
              <a:buClr>
                <a:schemeClr val="accent1"/>
              </a:buClr>
              <a:buSzPts val="12000"/>
              <a:buNone/>
              <a:defRPr sz="12000">
                <a:solidFill>
                  <a:schemeClr val="accent1"/>
                </a:solidFill>
              </a:defRPr>
            </a:lvl4pPr>
            <a:lvl5pPr lvl="4" rtl="0">
              <a:spcBef>
                <a:spcPts val="0"/>
              </a:spcBef>
              <a:spcAft>
                <a:spcPts val="0"/>
              </a:spcAft>
              <a:buClr>
                <a:schemeClr val="accent1"/>
              </a:buClr>
              <a:buSzPts val="12000"/>
              <a:buNone/>
              <a:defRPr sz="12000">
                <a:solidFill>
                  <a:schemeClr val="accent1"/>
                </a:solidFill>
              </a:defRPr>
            </a:lvl5pPr>
            <a:lvl6pPr lvl="5" rtl="0">
              <a:spcBef>
                <a:spcPts val="0"/>
              </a:spcBef>
              <a:spcAft>
                <a:spcPts val="0"/>
              </a:spcAft>
              <a:buClr>
                <a:schemeClr val="accent1"/>
              </a:buClr>
              <a:buSzPts val="12000"/>
              <a:buNone/>
              <a:defRPr sz="12000">
                <a:solidFill>
                  <a:schemeClr val="accent1"/>
                </a:solidFill>
              </a:defRPr>
            </a:lvl6pPr>
            <a:lvl7pPr lvl="6" rtl="0">
              <a:spcBef>
                <a:spcPts val="0"/>
              </a:spcBef>
              <a:spcAft>
                <a:spcPts val="0"/>
              </a:spcAft>
              <a:buClr>
                <a:schemeClr val="accent1"/>
              </a:buClr>
              <a:buSzPts val="12000"/>
              <a:buNone/>
              <a:defRPr sz="12000">
                <a:solidFill>
                  <a:schemeClr val="accent1"/>
                </a:solidFill>
              </a:defRPr>
            </a:lvl7pPr>
            <a:lvl8pPr lvl="7" rtl="0">
              <a:spcBef>
                <a:spcPts val="0"/>
              </a:spcBef>
              <a:spcAft>
                <a:spcPts val="0"/>
              </a:spcAft>
              <a:buClr>
                <a:schemeClr val="accent1"/>
              </a:buClr>
              <a:buSzPts val="12000"/>
              <a:buNone/>
              <a:defRPr sz="12000">
                <a:solidFill>
                  <a:schemeClr val="accent1"/>
                </a:solidFill>
              </a:defRPr>
            </a:lvl8pPr>
            <a:lvl9pPr lvl="8" rtl="0">
              <a:spcBef>
                <a:spcPts val="0"/>
              </a:spcBef>
              <a:spcAft>
                <a:spcPts val="0"/>
              </a:spcAft>
              <a:buClr>
                <a:schemeClr val="accent1"/>
              </a:buClr>
              <a:buSzPts val="12000"/>
              <a:buNone/>
              <a:defRPr sz="12000">
                <a:solidFill>
                  <a:schemeClr val="accent1"/>
                </a:solidFill>
              </a:defRPr>
            </a:lvl9pPr>
          </a:lstStyle>
          <a:p>
            <a:r>
              <a:t>xx%</a:t>
            </a:r>
          </a:p>
        </p:txBody>
      </p:sp>
      <p:sp>
        <p:nvSpPr>
          <p:cNvPr id="83" name="Google Shape;83;p13"/>
          <p:cNvSpPr txBox="1">
            <a:spLocks noGrp="1"/>
          </p:cNvSpPr>
          <p:nvPr>
            <p:ph type="subTitle" idx="14"/>
          </p:nvPr>
        </p:nvSpPr>
        <p:spPr>
          <a:xfrm>
            <a:off x="5294725" y="2571754"/>
            <a:ext cx="2560200" cy="3657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accent2"/>
              </a:buClr>
              <a:buSzPts val="3000"/>
              <a:buNone/>
              <a:defRPr sz="1800" b="1" i="0">
                <a:solidFill>
                  <a:schemeClr val="dk1"/>
                </a:solidFill>
                <a:latin typeface="Martel"/>
                <a:ea typeface="Martel"/>
                <a:cs typeface="Martel"/>
                <a:sym typeface="Martel"/>
              </a:defRPr>
            </a:lvl1pPr>
            <a:lvl2pPr lvl="1" rtl="0">
              <a:spcBef>
                <a:spcPts val="0"/>
              </a:spcBef>
              <a:spcAft>
                <a:spcPts val="0"/>
              </a:spcAft>
              <a:buClr>
                <a:schemeClr val="accent2"/>
              </a:buClr>
              <a:buSzPts val="1400"/>
              <a:buNone/>
              <a:defRPr>
                <a:solidFill>
                  <a:schemeClr val="accent2"/>
                </a:solidFill>
              </a:defRPr>
            </a:lvl2pPr>
            <a:lvl3pPr lvl="2" rtl="0">
              <a:spcBef>
                <a:spcPts val="0"/>
              </a:spcBef>
              <a:spcAft>
                <a:spcPts val="0"/>
              </a:spcAft>
              <a:buClr>
                <a:schemeClr val="accent2"/>
              </a:buClr>
              <a:buSzPts val="1400"/>
              <a:buNone/>
              <a:defRPr>
                <a:solidFill>
                  <a:schemeClr val="accent2"/>
                </a:solidFill>
              </a:defRPr>
            </a:lvl3pPr>
            <a:lvl4pPr lvl="3" rtl="0">
              <a:spcBef>
                <a:spcPts val="0"/>
              </a:spcBef>
              <a:spcAft>
                <a:spcPts val="0"/>
              </a:spcAft>
              <a:buClr>
                <a:schemeClr val="accent2"/>
              </a:buClr>
              <a:buSzPts val="1400"/>
              <a:buNone/>
              <a:defRPr>
                <a:solidFill>
                  <a:schemeClr val="accent2"/>
                </a:solidFill>
              </a:defRPr>
            </a:lvl4pPr>
            <a:lvl5pPr lvl="4" rtl="0">
              <a:spcBef>
                <a:spcPts val="0"/>
              </a:spcBef>
              <a:spcAft>
                <a:spcPts val="0"/>
              </a:spcAft>
              <a:buClr>
                <a:schemeClr val="accent2"/>
              </a:buClr>
              <a:buSzPts val="1400"/>
              <a:buNone/>
              <a:defRPr>
                <a:solidFill>
                  <a:schemeClr val="accent2"/>
                </a:solidFill>
              </a:defRPr>
            </a:lvl5pPr>
            <a:lvl6pPr lvl="5" rtl="0">
              <a:spcBef>
                <a:spcPts val="0"/>
              </a:spcBef>
              <a:spcAft>
                <a:spcPts val="0"/>
              </a:spcAft>
              <a:buClr>
                <a:schemeClr val="accent2"/>
              </a:buClr>
              <a:buSzPts val="1400"/>
              <a:buNone/>
              <a:defRPr>
                <a:solidFill>
                  <a:schemeClr val="accent2"/>
                </a:solidFill>
              </a:defRPr>
            </a:lvl6pPr>
            <a:lvl7pPr lvl="6" rtl="0">
              <a:spcBef>
                <a:spcPts val="0"/>
              </a:spcBef>
              <a:spcAft>
                <a:spcPts val="0"/>
              </a:spcAft>
              <a:buClr>
                <a:schemeClr val="accent2"/>
              </a:buClr>
              <a:buSzPts val="1400"/>
              <a:buNone/>
              <a:defRPr>
                <a:solidFill>
                  <a:schemeClr val="accent2"/>
                </a:solidFill>
              </a:defRPr>
            </a:lvl7pPr>
            <a:lvl8pPr lvl="7" rtl="0">
              <a:spcBef>
                <a:spcPts val="0"/>
              </a:spcBef>
              <a:spcAft>
                <a:spcPts val="0"/>
              </a:spcAft>
              <a:buClr>
                <a:schemeClr val="accent2"/>
              </a:buClr>
              <a:buSzPts val="1400"/>
              <a:buNone/>
              <a:defRPr>
                <a:solidFill>
                  <a:schemeClr val="accent2"/>
                </a:solidFill>
              </a:defRPr>
            </a:lvl8pPr>
            <a:lvl9pPr lvl="8" rtl="0">
              <a:spcBef>
                <a:spcPts val="0"/>
              </a:spcBef>
              <a:spcAft>
                <a:spcPts val="0"/>
              </a:spcAft>
              <a:buClr>
                <a:schemeClr val="accent2"/>
              </a:buClr>
              <a:buSzPts val="1400"/>
              <a:buNone/>
              <a:defRPr>
                <a:solidFill>
                  <a:schemeClr val="accent2"/>
                </a:solidFill>
              </a:defRPr>
            </a:lvl9pPr>
          </a:lstStyle>
          <a:p>
            <a:endParaRPr/>
          </a:p>
        </p:txBody>
      </p:sp>
      <p:sp>
        <p:nvSpPr>
          <p:cNvPr id="84" name="Google Shape;84;p13"/>
          <p:cNvSpPr txBox="1">
            <a:spLocks noGrp="1"/>
          </p:cNvSpPr>
          <p:nvPr>
            <p:ph type="subTitle" idx="15"/>
          </p:nvPr>
        </p:nvSpPr>
        <p:spPr>
          <a:xfrm>
            <a:off x="5294725" y="2947969"/>
            <a:ext cx="2560200" cy="5394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3"/>
              </a:buClr>
              <a:buSzPts val="1400"/>
              <a:buNone/>
              <a:defRPr sz="1400" i="0"/>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CUSTOM_7_1">
    <p:spTree>
      <p:nvGrpSpPr>
        <p:cNvPr id="1" name="Shape 91"/>
        <p:cNvGrpSpPr/>
        <p:nvPr/>
      </p:nvGrpSpPr>
      <p:grpSpPr>
        <a:xfrm>
          <a:off x="0" y="0"/>
          <a:ext cx="0" cy="0"/>
          <a:chOff x="0" y="0"/>
          <a:chExt cx="0" cy="0"/>
        </a:xfrm>
      </p:grpSpPr>
      <p:sp>
        <p:nvSpPr>
          <p:cNvPr id="92" name="Google Shape;92;p15"/>
          <p:cNvSpPr txBox="1">
            <a:spLocks noGrp="1"/>
          </p:cNvSpPr>
          <p:nvPr>
            <p:ph type="title"/>
          </p:nvPr>
        </p:nvSpPr>
        <p:spPr>
          <a:xfrm>
            <a:off x="713253" y="539506"/>
            <a:ext cx="7717500" cy="45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solidFill>
                  <a:schemeClr val="dk1"/>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93" name="Google Shape;93;p15"/>
          <p:cNvGrpSpPr/>
          <p:nvPr/>
        </p:nvGrpSpPr>
        <p:grpSpPr>
          <a:xfrm rot="1858457">
            <a:off x="-965212" y="2578009"/>
            <a:ext cx="2614815" cy="2948402"/>
            <a:chOff x="-613064" y="2641248"/>
            <a:chExt cx="2802423" cy="3159944"/>
          </a:xfrm>
        </p:grpSpPr>
        <p:sp>
          <p:nvSpPr>
            <p:cNvPr id="94" name="Google Shape;94;p15"/>
            <p:cNvSpPr/>
            <p:nvPr/>
          </p:nvSpPr>
          <p:spPr>
            <a:xfrm rot="3366422">
              <a:off x="-614056" y="3475169"/>
              <a:ext cx="2804406" cy="1492102"/>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5"/>
            <p:cNvSpPr/>
            <p:nvPr/>
          </p:nvSpPr>
          <p:spPr>
            <a:xfrm rot="10800000">
              <a:off x="439160" y="3739935"/>
              <a:ext cx="343967" cy="309026"/>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 name="Google Shape;96;p15"/>
          <p:cNvSpPr/>
          <p:nvPr/>
        </p:nvSpPr>
        <p:spPr>
          <a:xfrm rot="416511">
            <a:off x="7533421" y="476646"/>
            <a:ext cx="2100203" cy="1117515"/>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2">
  <p:cSld name="CUSTOM_7_1_1">
    <p:spTree>
      <p:nvGrpSpPr>
        <p:cNvPr id="1" name="Shape 97"/>
        <p:cNvGrpSpPr/>
        <p:nvPr/>
      </p:nvGrpSpPr>
      <p:grpSpPr>
        <a:xfrm>
          <a:off x="0" y="0"/>
          <a:ext cx="0" cy="0"/>
          <a:chOff x="0" y="0"/>
          <a:chExt cx="0" cy="0"/>
        </a:xfrm>
      </p:grpSpPr>
      <p:sp>
        <p:nvSpPr>
          <p:cNvPr id="98" name="Google Shape;98;p16"/>
          <p:cNvSpPr txBox="1">
            <a:spLocks noGrp="1"/>
          </p:cNvSpPr>
          <p:nvPr>
            <p:ph type="title"/>
          </p:nvPr>
        </p:nvSpPr>
        <p:spPr>
          <a:xfrm>
            <a:off x="713253" y="539506"/>
            <a:ext cx="7717500" cy="45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solidFill>
                  <a:schemeClr val="dk1"/>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99" name="Google Shape;99;p16"/>
          <p:cNvSpPr/>
          <p:nvPr/>
        </p:nvSpPr>
        <p:spPr>
          <a:xfrm rot="3861238">
            <a:off x="-945024" y="3629065"/>
            <a:ext cx="2554492" cy="1359134"/>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6"/>
          <p:cNvSpPr/>
          <p:nvPr/>
        </p:nvSpPr>
        <p:spPr>
          <a:xfrm rot="-10476391">
            <a:off x="365692" y="3675952"/>
            <a:ext cx="290553" cy="261039"/>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6"/>
          <p:cNvSpPr/>
          <p:nvPr/>
        </p:nvSpPr>
        <p:spPr>
          <a:xfrm rot="8376068">
            <a:off x="7495468" y="-170962"/>
            <a:ext cx="2554589" cy="1359185"/>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3">
  <p:cSld name="CUSTOM_7_1_1_1">
    <p:spTree>
      <p:nvGrpSpPr>
        <p:cNvPr id="1" name="Shape 102"/>
        <p:cNvGrpSpPr/>
        <p:nvPr/>
      </p:nvGrpSpPr>
      <p:grpSpPr>
        <a:xfrm>
          <a:off x="0" y="0"/>
          <a:ext cx="0" cy="0"/>
          <a:chOff x="0" y="0"/>
          <a:chExt cx="0" cy="0"/>
        </a:xfrm>
      </p:grpSpPr>
      <p:sp>
        <p:nvSpPr>
          <p:cNvPr id="103" name="Google Shape;103;p17"/>
          <p:cNvSpPr txBox="1">
            <a:spLocks noGrp="1"/>
          </p:cNvSpPr>
          <p:nvPr>
            <p:ph type="title"/>
          </p:nvPr>
        </p:nvSpPr>
        <p:spPr>
          <a:xfrm>
            <a:off x="713253" y="539506"/>
            <a:ext cx="7717500" cy="45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solidFill>
                  <a:schemeClr val="dk1"/>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04" name="Google Shape;104;p17"/>
          <p:cNvSpPr/>
          <p:nvPr/>
        </p:nvSpPr>
        <p:spPr>
          <a:xfrm rot="4188218">
            <a:off x="-610055" y="796549"/>
            <a:ext cx="2554365" cy="1359066"/>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7"/>
          <p:cNvSpPr/>
          <p:nvPr/>
        </p:nvSpPr>
        <p:spPr>
          <a:xfrm rot="-8741144">
            <a:off x="374389" y="1900457"/>
            <a:ext cx="290537" cy="261024"/>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7"/>
          <p:cNvSpPr/>
          <p:nvPr/>
        </p:nvSpPr>
        <p:spPr>
          <a:xfrm rot="2963579">
            <a:off x="5673470" y="4217538"/>
            <a:ext cx="2554336" cy="1359051"/>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p:cSld name="CUSTOM_14">
    <p:spTree>
      <p:nvGrpSpPr>
        <p:cNvPr id="1" name="Shape 107"/>
        <p:cNvGrpSpPr/>
        <p:nvPr/>
      </p:nvGrpSpPr>
      <p:grpSpPr>
        <a:xfrm>
          <a:off x="0" y="0"/>
          <a:ext cx="0" cy="0"/>
          <a:chOff x="0" y="0"/>
          <a:chExt cx="0" cy="0"/>
        </a:xfrm>
      </p:grpSpPr>
      <p:sp>
        <p:nvSpPr>
          <p:cNvPr id="108" name="Google Shape;108;p18"/>
          <p:cNvSpPr txBox="1">
            <a:spLocks noGrp="1"/>
          </p:cNvSpPr>
          <p:nvPr>
            <p:ph type="title"/>
          </p:nvPr>
        </p:nvSpPr>
        <p:spPr>
          <a:xfrm>
            <a:off x="1783025" y="2594149"/>
            <a:ext cx="5577900" cy="1280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4"/>
              </a:buClr>
              <a:buSzPts val="2100"/>
              <a:buFont typeface="Quicksand"/>
              <a:buNone/>
              <a:defRPr sz="2400">
                <a:solidFill>
                  <a:schemeClr val="accent4"/>
                </a:solidFill>
                <a:latin typeface="Quicksand"/>
                <a:ea typeface="Quicksand"/>
                <a:cs typeface="Quicksand"/>
                <a:sym typeface="Quicksand"/>
              </a:defRPr>
            </a:lvl1pPr>
            <a:lvl2pPr lvl="1" rtl="0">
              <a:spcBef>
                <a:spcPts val="0"/>
              </a:spcBef>
              <a:spcAft>
                <a:spcPts val="0"/>
              </a:spcAft>
              <a:buSzPts val="2100"/>
              <a:buNone/>
              <a:defRPr sz="2100">
                <a:latin typeface="Nunito Medium"/>
                <a:ea typeface="Nunito Medium"/>
                <a:cs typeface="Nunito Medium"/>
                <a:sym typeface="Nunito Medium"/>
              </a:defRPr>
            </a:lvl2pPr>
            <a:lvl3pPr lvl="2" rtl="0">
              <a:spcBef>
                <a:spcPts val="0"/>
              </a:spcBef>
              <a:spcAft>
                <a:spcPts val="0"/>
              </a:spcAft>
              <a:buSzPts val="2100"/>
              <a:buNone/>
              <a:defRPr sz="2100">
                <a:latin typeface="Nunito Medium"/>
                <a:ea typeface="Nunito Medium"/>
                <a:cs typeface="Nunito Medium"/>
                <a:sym typeface="Nunito Medium"/>
              </a:defRPr>
            </a:lvl3pPr>
            <a:lvl4pPr lvl="3" rtl="0">
              <a:spcBef>
                <a:spcPts val="0"/>
              </a:spcBef>
              <a:spcAft>
                <a:spcPts val="0"/>
              </a:spcAft>
              <a:buSzPts val="2100"/>
              <a:buNone/>
              <a:defRPr sz="2100">
                <a:latin typeface="Nunito Medium"/>
                <a:ea typeface="Nunito Medium"/>
                <a:cs typeface="Nunito Medium"/>
                <a:sym typeface="Nunito Medium"/>
              </a:defRPr>
            </a:lvl4pPr>
            <a:lvl5pPr lvl="4" rtl="0">
              <a:spcBef>
                <a:spcPts val="0"/>
              </a:spcBef>
              <a:spcAft>
                <a:spcPts val="0"/>
              </a:spcAft>
              <a:buSzPts val="2100"/>
              <a:buNone/>
              <a:defRPr sz="2100">
                <a:latin typeface="Nunito Medium"/>
                <a:ea typeface="Nunito Medium"/>
                <a:cs typeface="Nunito Medium"/>
                <a:sym typeface="Nunito Medium"/>
              </a:defRPr>
            </a:lvl5pPr>
            <a:lvl6pPr lvl="5" rtl="0">
              <a:spcBef>
                <a:spcPts val="0"/>
              </a:spcBef>
              <a:spcAft>
                <a:spcPts val="0"/>
              </a:spcAft>
              <a:buSzPts val="2100"/>
              <a:buNone/>
              <a:defRPr sz="2100">
                <a:latin typeface="Nunito Medium"/>
                <a:ea typeface="Nunito Medium"/>
                <a:cs typeface="Nunito Medium"/>
                <a:sym typeface="Nunito Medium"/>
              </a:defRPr>
            </a:lvl6pPr>
            <a:lvl7pPr lvl="6" rtl="0">
              <a:spcBef>
                <a:spcPts val="0"/>
              </a:spcBef>
              <a:spcAft>
                <a:spcPts val="0"/>
              </a:spcAft>
              <a:buSzPts val="2100"/>
              <a:buNone/>
              <a:defRPr sz="2100">
                <a:latin typeface="Nunito Medium"/>
                <a:ea typeface="Nunito Medium"/>
                <a:cs typeface="Nunito Medium"/>
                <a:sym typeface="Nunito Medium"/>
              </a:defRPr>
            </a:lvl7pPr>
            <a:lvl8pPr lvl="7" rtl="0">
              <a:spcBef>
                <a:spcPts val="0"/>
              </a:spcBef>
              <a:spcAft>
                <a:spcPts val="0"/>
              </a:spcAft>
              <a:buSzPts val="2100"/>
              <a:buNone/>
              <a:defRPr sz="2100">
                <a:latin typeface="Nunito Medium"/>
                <a:ea typeface="Nunito Medium"/>
                <a:cs typeface="Nunito Medium"/>
                <a:sym typeface="Nunito Medium"/>
              </a:defRPr>
            </a:lvl8pPr>
            <a:lvl9pPr lvl="8" rtl="0">
              <a:spcBef>
                <a:spcPts val="0"/>
              </a:spcBef>
              <a:spcAft>
                <a:spcPts val="0"/>
              </a:spcAft>
              <a:buSzPts val="2100"/>
              <a:buNone/>
              <a:defRPr sz="2100">
                <a:latin typeface="Nunito Medium"/>
                <a:ea typeface="Nunito Medium"/>
                <a:cs typeface="Nunito Medium"/>
                <a:sym typeface="Nunito Medium"/>
              </a:defRPr>
            </a:lvl9pPr>
          </a:lstStyle>
          <a:p>
            <a:endParaRPr/>
          </a:p>
        </p:txBody>
      </p:sp>
      <p:sp>
        <p:nvSpPr>
          <p:cNvPr id="109" name="Google Shape;109;p18"/>
          <p:cNvSpPr txBox="1">
            <a:spLocks noGrp="1"/>
          </p:cNvSpPr>
          <p:nvPr>
            <p:ph type="title" idx="2"/>
          </p:nvPr>
        </p:nvSpPr>
        <p:spPr>
          <a:xfrm>
            <a:off x="3239747" y="3977388"/>
            <a:ext cx="2664300" cy="30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400"/>
              <a:buNone/>
              <a:defRPr sz="1800">
                <a:solidFill>
                  <a:schemeClr val="dk1"/>
                </a:solidFill>
              </a:defRPr>
            </a:lvl1pPr>
            <a:lvl2pPr lvl="1" rtl="0">
              <a:spcBef>
                <a:spcPts val="0"/>
              </a:spcBef>
              <a:spcAft>
                <a:spcPts val="0"/>
              </a:spcAft>
              <a:buSzPts val="2800"/>
              <a:buNone/>
              <a:defRPr>
                <a:latin typeface="Nunito Medium"/>
                <a:ea typeface="Nunito Medium"/>
                <a:cs typeface="Nunito Medium"/>
                <a:sym typeface="Nunito Medium"/>
              </a:defRPr>
            </a:lvl2pPr>
            <a:lvl3pPr lvl="2" rtl="0">
              <a:spcBef>
                <a:spcPts val="0"/>
              </a:spcBef>
              <a:spcAft>
                <a:spcPts val="0"/>
              </a:spcAft>
              <a:buSzPts val="2800"/>
              <a:buNone/>
              <a:defRPr>
                <a:latin typeface="Nunito Medium"/>
                <a:ea typeface="Nunito Medium"/>
                <a:cs typeface="Nunito Medium"/>
                <a:sym typeface="Nunito Medium"/>
              </a:defRPr>
            </a:lvl3pPr>
            <a:lvl4pPr lvl="3" rtl="0">
              <a:spcBef>
                <a:spcPts val="0"/>
              </a:spcBef>
              <a:spcAft>
                <a:spcPts val="0"/>
              </a:spcAft>
              <a:buSzPts val="2800"/>
              <a:buNone/>
              <a:defRPr>
                <a:latin typeface="Nunito Medium"/>
                <a:ea typeface="Nunito Medium"/>
                <a:cs typeface="Nunito Medium"/>
                <a:sym typeface="Nunito Medium"/>
              </a:defRPr>
            </a:lvl4pPr>
            <a:lvl5pPr lvl="4" rtl="0">
              <a:spcBef>
                <a:spcPts val="0"/>
              </a:spcBef>
              <a:spcAft>
                <a:spcPts val="0"/>
              </a:spcAft>
              <a:buSzPts val="2800"/>
              <a:buNone/>
              <a:defRPr>
                <a:latin typeface="Nunito Medium"/>
                <a:ea typeface="Nunito Medium"/>
                <a:cs typeface="Nunito Medium"/>
                <a:sym typeface="Nunito Medium"/>
              </a:defRPr>
            </a:lvl5pPr>
            <a:lvl6pPr lvl="5" rtl="0">
              <a:spcBef>
                <a:spcPts val="0"/>
              </a:spcBef>
              <a:spcAft>
                <a:spcPts val="0"/>
              </a:spcAft>
              <a:buSzPts val="2800"/>
              <a:buNone/>
              <a:defRPr>
                <a:latin typeface="Nunito Medium"/>
                <a:ea typeface="Nunito Medium"/>
                <a:cs typeface="Nunito Medium"/>
                <a:sym typeface="Nunito Medium"/>
              </a:defRPr>
            </a:lvl6pPr>
            <a:lvl7pPr lvl="6" rtl="0">
              <a:spcBef>
                <a:spcPts val="0"/>
              </a:spcBef>
              <a:spcAft>
                <a:spcPts val="0"/>
              </a:spcAft>
              <a:buSzPts val="2800"/>
              <a:buNone/>
              <a:defRPr>
                <a:latin typeface="Nunito Medium"/>
                <a:ea typeface="Nunito Medium"/>
                <a:cs typeface="Nunito Medium"/>
                <a:sym typeface="Nunito Medium"/>
              </a:defRPr>
            </a:lvl7pPr>
            <a:lvl8pPr lvl="7" rtl="0">
              <a:spcBef>
                <a:spcPts val="0"/>
              </a:spcBef>
              <a:spcAft>
                <a:spcPts val="0"/>
              </a:spcAft>
              <a:buSzPts val="2800"/>
              <a:buNone/>
              <a:defRPr>
                <a:latin typeface="Nunito Medium"/>
                <a:ea typeface="Nunito Medium"/>
                <a:cs typeface="Nunito Medium"/>
                <a:sym typeface="Nunito Medium"/>
              </a:defRPr>
            </a:lvl8pPr>
            <a:lvl9pPr lvl="8" rtl="0">
              <a:spcBef>
                <a:spcPts val="0"/>
              </a:spcBef>
              <a:spcAft>
                <a:spcPts val="0"/>
              </a:spcAft>
              <a:buSzPts val="2800"/>
              <a:buNone/>
              <a:defRPr>
                <a:latin typeface="Nunito Medium"/>
                <a:ea typeface="Nunito Medium"/>
                <a:cs typeface="Nunito Medium"/>
                <a:sym typeface="Nunito Medium"/>
              </a:defRPr>
            </a:lvl9pPr>
          </a:lstStyle>
          <a:p>
            <a:endParaRPr/>
          </a:p>
        </p:txBody>
      </p:sp>
      <p:grpSp>
        <p:nvGrpSpPr>
          <p:cNvPr id="110" name="Google Shape;110;p18"/>
          <p:cNvGrpSpPr/>
          <p:nvPr/>
        </p:nvGrpSpPr>
        <p:grpSpPr>
          <a:xfrm rot="10800000">
            <a:off x="6617889" y="-234202"/>
            <a:ext cx="2802423" cy="3159944"/>
            <a:chOff x="-613064" y="2641248"/>
            <a:chExt cx="2802423" cy="3159944"/>
          </a:xfrm>
        </p:grpSpPr>
        <p:sp>
          <p:nvSpPr>
            <p:cNvPr id="111" name="Google Shape;111;p18"/>
            <p:cNvSpPr/>
            <p:nvPr/>
          </p:nvSpPr>
          <p:spPr>
            <a:xfrm rot="3366422">
              <a:off x="-614056" y="3475169"/>
              <a:ext cx="2804406" cy="1492102"/>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8"/>
            <p:cNvSpPr/>
            <p:nvPr/>
          </p:nvSpPr>
          <p:spPr>
            <a:xfrm rot="6776251">
              <a:off x="914712" y="4708301"/>
              <a:ext cx="343986" cy="309044"/>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 name="Google Shape;113;p18"/>
          <p:cNvGrpSpPr/>
          <p:nvPr/>
        </p:nvGrpSpPr>
        <p:grpSpPr>
          <a:xfrm rot="10800000" flipH="1">
            <a:off x="-276311" y="-234202"/>
            <a:ext cx="2802423" cy="3159944"/>
            <a:chOff x="-613064" y="2641248"/>
            <a:chExt cx="2802423" cy="3159944"/>
          </a:xfrm>
        </p:grpSpPr>
        <p:sp>
          <p:nvSpPr>
            <p:cNvPr id="114" name="Google Shape;114;p18"/>
            <p:cNvSpPr/>
            <p:nvPr/>
          </p:nvSpPr>
          <p:spPr>
            <a:xfrm rot="3366422">
              <a:off x="-614056" y="3475169"/>
              <a:ext cx="2804406" cy="1492102"/>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8"/>
            <p:cNvSpPr/>
            <p:nvPr/>
          </p:nvSpPr>
          <p:spPr>
            <a:xfrm rot="6776251">
              <a:off x="914712" y="4708301"/>
              <a:ext cx="343986" cy="309044"/>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1">
  <p:cSld name="CUSTOM_25">
    <p:spTree>
      <p:nvGrpSpPr>
        <p:cNvPr id="1" name="Shape 116"/>
        <p:cNvGrpSpPr/>
        <p:nvPr/>
      </p:nvGrpSpPr>
      <p:grpSpPr>
        <a:xfrm>
          <a:off x="0" y="0"/>
          <a:ext cx="0" cy="0"/>
          <a:chOff x="0" y="0"/>
          <a:chExt cx="0" cy="0"/>
        </a:xfrm>
      </p:grpSpPr>
      <p:sp>
        <p:nvSpPr>
          <p:cNvPr id="117" name="Google Shape;117;p19"/>
          <p:cNvSpPr txBox="1">
            <a:spLocks noGrp="1"/>
          </p:cNvSpPr>
          <p:nvPr>
            <p:ph type="title"/>
          </p:nvPr>
        </p:nvSpPr>
        <p:spPr>
          <a:xfrm>
            <a:off x="713250" y="539385"/>
            <a:ext cx="77175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3000"/>
              <a:buNone/>
              <a:defRPr/>
            </a:lvl1pPr>
            <a:lvl2pPr lvl="1" rtl="0">
              <a:spcBef>
                <a:spcPts val="0"/>
              </a:spcBef>
              <a:spcAft>
                <a:spcPts val="0"/>
              </a:spcAft>
              <a:buClr>
                <a:schemeClr val="dk2"/>
              </a:buClr>
              <a:buSzPts val="3000"/>
              <a:buNone/>
              <a:defRPr sz="3000">
                <a:solidFill>
                  <a:schemeClr val="dk2"/>
                </a:solidFill>
              </a:defRPr>
            </a:lvl2pPr>
            <a:lvl3pPr lvl="2" rtl="0">
              <a:spcBef>
                <a:spcPts val="0"/>
              </a:spcBef>
              <a:spcAft>
                <a:spcPts val="0"/>
              </a:spcAft>
              <a:buClr>
                <a:schemeClr val="dk2"/>
              </a:buClr>
              <a:buSzPts val="3000"/>
              <a:buNone/>
              <a:defRPr sz="3000">
                <a:solidFill>
                  <a:schemeClr val="dk2"/>
                </a:solidFill>
              </a:defRPr>
            </a:lvl3pPr>
            <a:lvl4pPr lvl="3" rtl="0">
              <a:spcBef>
                <a:spcPts val="0"/>
              </a:spcBef>
              <a:spcAft>
                <a:spcPts val="0"/>
              </a:spcAft>
              <a:buClr>
                <a:schemeClr val="dk2"/>
              </a:buClr>
              <a:buSzPts val="3000"/>
              <a:buNone/>
              <a:defRPr sz="3000">
                <a:solidFill>
                  <a:schemeClr val="dk2"/>
                </a:solidFill>
              </a:defRPr>
            </a:lvl4pPr>
            <a:lvl5pPr lvl="4" rtl="0">
              <a:spcBef>
                <a:spcPts val="0"/>
              </a:spcBef>
              <a:spcAft>
                <a:spcPts val="0"/>
              </a:spcAft>
              <a:buClr>
                <a:schemeClr val="dk2"/>
              </a:buClr>
              <a:buSzPts val="3000"/>
              <a:buNone/>
              <a:defRPr sz="3000">
                <a:solidFill>
                  <a:schemeClr val="dk2"/>
                </a:solidFill>
              </a:defRPr>
            </a:lvl5pPr>
            <a:lvl6pPr lvl="5" rtl="0">
              <a:spcBef>
                <a:spcPts val="0"/>
              </a:spcBef>
              <a:spcAft>
                <a:spcPts val="0"/>
              </a:spcAft>
              <a:buClr>
                <a:schemeClr val="dk2"/>
              </a:buClr>
              <a:buSzPts val="3000"/>
              <a:buNone/>
              <a:defRPr sz="3000">
                <a:solidFill>
                  <a:schemeClr val="dk2"/>
                </a:solidFill>
              </a:defRPr>
            </a:lvl6pPr>
            <a:lvl7pPr lvl="6" rtl="0">
              <a:spcBef>
                <a:spcPts val="0"/>
              </a:spcBef>
              <a:spcAft>
                <a:spcPts val="0"/>
              </a:spcAft>
              <a:buClr>
                <a:schemeClr val="dk2"/>
              </a:buClr>
              <a:buSzPts val="3000"/>
              <a:buNone/>
              <a:defRPr sz="3000">
                <a:solidFill>
                  <a:schemeClr val="dk2"/>
                </a:solidFill>
              </a:defRPr>
            </a:lvl7pPr>
            <a:lvl8pPr lvl="7" rtl="0">
              <a:spcBef>
                <a:spcPts val="0"/>
              </a:spcBef>
              <a:spcAft>
                <a:spcPts val="0"/>
              </a:spcAft>
              <a:buClr>
                <a:schemeClr val="dk2"/>
              </a:buClr>
              <a:buSzPts val="3000"/>
              <a:buNone/>
              <a:defRPr sz="3000">
                <a:solidFill>
                  <a:schemeClr val="dk2"/>
                </a:solidFill>
              </a:defRPr>
            </a:lvl8pPr>
            <a:lvl9pPr lvl="8" rtl="0">
              <a:spcBef>
                <a:spcPts val="0"/>
              </a:spcBef>
              <a:spcAft>
                <a:spcPts val="0"/>
              </a:spcAft>
              <a:buClr>
                <a:schemeClr val="dk2"/>
              </a:buClr>
              <a:buSzPts val="3000"/>
              <a:buNone/>
              <a:defRPr sz="3000">
                <a:solidFill>
                  <a:schemeClr val="dk2"/>
                </a:solidFill>
              </a:defRPr>
            </a:lvl9pPr>
          </a:lstStyle>
          <a:p>
            <a:endParaRPr/>
          </a:p>
        </p:txBody>
      </p:sp>
      <p:sp>
        <p:nvSpPr>
          <p:cNvPr id="118" name="Google Shape;118;p19"/>
          <p:cNvSpPr/>
          <p:nvPr/>
        </p:nvSpPr>
        <p:spPr>
          <a:xfrm rot="-8728138">
            <a:off x="8657537" y="4683755"/>
            <a:ext cx="323233" cy="290379"/>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9"/>
          <p:cNvSpPr/>
          <p:nvPr/>
        </p:nvSpPr>
        <p:spPr>
          <a:xfrm rot="1062923">
            <a:off x="7203236" y="3964673"/>
            <a:ext cx="2455061" cy="1306119"/>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9"/>
          <p:cNvSpPr/>
          <p:nvPr/>
        </p:nvSpPr>
        <p:spPr>
          <a:xfrm rot="-4500844">
            <a:off x="241987" y="4616669"/>
            <a:ext cx="323243" cy="290384"/>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9"/>
          <p:cNvSpPr txBox="1">
            <a:spLocks noGrp="1"/>
          </p:cNvSpPr>
          <p:nvPr>
            <p:ph type="subTitle" idx="1"/>
          </p:nvPr>
        </p:nvSpPr>
        <p:spPr>
          <a:xfrm>
            <a:off x="4981100" y="1750000"/>
            <a:ext cx="10212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2"/>
              </a:buClr>
              <a:buSzPts val="2200"/>
              <a:buNone/>
              <a:defRPr sz="1800" b="1" i="0">
                <a:solidFill>
                  <a:schemeClr val="dk1"/>
                </a:solidFill>
                <a:latin typeface="Martel"/>
                <a:ea typeface="Martel"/>
                <a:cs typeface="Martel"/>
                <a:sym typeface="Martel"/>
              </a:defRPr>
            </a:lvl1pPr>
            <a:lvl2pPr lvl="1" algn="ctr" rtl="0">
              <a:spcBef>
                <a:spcPts val="0"/>
              </a:spcBef>
              <a:spcAft>
                <a:spcPts val="0"/>
              </a:spcAft>
              <a:buClr>
                <a:schemeClr val="accent2"/>
              </a:buClr>
              <a:buSzPts val="2200"/>
              <a:buNone/>
              <a:defRPr sz="2200">
                <a:solidFill>
                  <a:schemeClr val="accent2"/>
                </a:solidFill>
              </a:defRPr>
            </a:lvl2pPr>
            <a:lvl3pPr lvl="2" algn="ctr" rtl="0">
              <a:spcBef>
                <a:spcPts val="0"/>
              </a:spcBef>
              <a:spcAft>
                <a:spcPts val="0"/>
              </a:spcAft>
              <a:buClr>
                <a:schemeClr val="accent2"/>
              </a:buClr>
              <a:buSzPts val="2200"/>
              <a:buNone/>
              <a:defRPr sz="2200">
                <a:solidFill>
                  <a:schemeClr val="accent2"/>
                </a:solidFill>
              </a:defRPr>
            </a:lvl3pPr>
            <a:lvl4pPr lvl="3" algn="ctr" rtl="0">
              <a:spcBef>
                <a:spcPts val="0"/>
              </a:spcBef>
              <a:spcAft>
                <a:spcPts val="0"/>
              </a:spcAft>
              <a:buClr>
                <a:schemeClr val="accent2"/>
              </a:buClr>
              <a:buSzPts val="2200"/>
              <a:buNone/>
              <a:defRPr sz="2200">
                <a:solidFill>
                  <a:schemeClr val="accent2"/>
                </a:solidFill>
              </a:defRPr>
            </a:lvl4pPr>
            <a:lvl5pPr lvl="4" algn="ctr" rtl="0">
              <a:spcBef>
                <a:spcPts val="0"/>
              </a:spcBef>
              <a:spcAft>
                <a:spcPts val="0"/>
              </a:spcAft>
              <a:buClr>
                <a:schemeClr val="accent2"/>
              </a:buClr>
              <a:buSzPts val="2200"/>
              <a:buNone/>
              <a:defRPr sz="2200">
                <a:solidFill>
                  <a:schemeClr val="accent2"/>
                </a:solidFill>
              </a:defRPr>
            </a:lvl5pPr>
            <a:lvl6pPr lvl="5" algn="ctr" rtl="0">
              <a:spcBef>
                <a:spcPts val="0"/>
              </a:spcBef>
              <a:spcAft>
                <a:spcPts val="0"/>
              </a:spcAft>
              <a:buClr>
                <a:schemeClr val="accent2"/>
              </a:buClr>
              <a:buSzPts val="2200"/>
              <a:buNone/>
              <a:defRPr sz="2200">
                <a:solidFill>
                  <a:schemeClr val="accent2"/>
                </a:solidFill>
              </a:defRPr>
            </a:lvl6pPr>
            <a:lvl7pPr lvl="6" algn="ctr" rtl="0">
              <a:spcBef>
                <a:spcPts val="0"/>
              </a:spcBef>
              <a:spcAft>
                <a:spcPts val="0"/>
              </a:spcAft>
              <a:buClr>
                <a:schemeClr val="accent2"/>
              </a:buClr>
              <a:buSzPts val="2200"/>
              <a:buNone/>
              <a:defRPr sz="2200">
                <a:solidFill>
                  <a:schemeClr val="accent2"/>
                </a:solidFill>
              </a:defRPr>
            </a:lvl7pPr>
            <a:lvl8pPr lvl="7" algn="ctr" rtl="0">
              <a:spcBef>
                <a:spcPts val="0"/>
              </a:spcBef>
              <a:spcAft>
                <a:spcPts val="0"/>
              </a:spcAft>
              <a:buClr>
                <a:schemeClr val="accent2"/>
              </a:buClr>
              <a:buSzPts val="2200"/>
              <a:buNone/>
              <a:defRPr sz="2200">
                <a:solidFill>
                  <a:schemeClr val="accent2"/>
                </a:solidFill>
              </a:defRPr>
            </a:lvl8pPr>
            <a:lvl9pPr lvl="8" algn="ctr" rtl="0">
              <a:spcBef>
                <a:spcPts val="0"/>
              </a:spcBef>
              <a:spcAft>
                <a:spcPts val="0"/>
              </a:spcAft>
              <a:buClr>
                <a:schemeClr val="accent2"/>
              </a:buClr>
              <a:buSzPts val="2200"/>
              <a:buNone/>
              <a:defRPr sz="2200">
                <a:solidFill>
                  <a:schemeClr val="accent2"/>
                </a:solidFill>
              </a:defRPr>
            </a:lvl9pPr>
          </a:lstStyle>
          <a:p>
            <a:endParaRPr/>
          </a:p>
        </p:txBody>
      </p:sp>
      <p:sp>
        <p:nvSpPr>
          <p:cNvPr id="122" name="Google Shape;122;p19"/>
          <p:cNvSpPr txBox="1">
            <a:spLocks noGrp="1"/>
          </p:cNvSpPr>
          <p:nvPr>
            <p:ph type="subTitle" idx="2"/>
          </p:nvPr>
        </p:nvSpPr>
        <p:spPr>
          <a:xfrm>
            <a:off x="4981100" y="2099250"/>
            <a:ext cx="3447300" cy="84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accent4"/>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3" name="Google Shape;123;p19"/>
          <p:cNvSpPr txBox="1">
            <a:spLocks noGrp="1"/>
          </p:cNvSpPr>
          <p:nvPr>
            <p:ph type="subTitle" idx="3"/>
          </p:nvPr>
        </p:nvSpPr>
        <p:spPr>
          <a:xfrm>
            <a:off x="4981100" y="3298425"/>
            <a:ext cx="10212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2"/>
              </a:buClr>
              <a:buSzPts val="2200"/>
              <a:buNone/>
              <a:defRPr sz="1800" b="1" i="0">
                <a:solidFill>
                  <a:schemeClr val="dk1"/>
                </a:solidFill>
                <a:latin typeface="Martel"/>
                <a:ea typeface="Martel"/>
                <a:cs typeface="Martel"/>
                <a:sym typeface="Martel"/>
              </a:defRPr>
            </a:lvl1pPr>
            <a:lvl2pPr lvl="1" algn="ctr" rtl="0">
              <a:spcBef>
                <a:spcPts val="0"/>
              </a:spcBef>
              <a:spcAft>
                <a:spcPts val="0"/>
              </a:spcAft>
              <a:buClr>
                <a:schemeClr val="accent2"/>
              </a:buClr>
              <a:buSzPts val="2200"/>
              <a:buNone/>
              <a:defRPr sz="2200">
                <a:solidFill>
                  <a:schemeClr val="accent2"/>
                </a:solidFill>
              </a:defRPr>
            </a:lvl2pPr>
            <a:lvl3pPr lvl="2" algn="ctr" rtl="0">
              <a:spcBef>
                <a:spcPts val="0"/>
              </a:spcBef>
              <a:spcAft>
                <a:spcPts val="0"/>
              </a:spcAft>
              <a:buClr>
                <a:schemeClr val="accent2"/>
              </a:buClr>
              <a:buSzPts val="2200"/>
              <a:buNone/>
              <a:defRPr sz="2200">
                <a:solidFill>
                  <a:schemeClr val="accent2"/>
                </a:solidFill>
              </a:defRPr>
            </a:lvl3pPr>
            <a:lvl4pPr lvl="3" algn="ctr" rtl="0">
              <a:spcBef>
                <a:spcPts val="0"/>
              </a:spcBef>
              <a:spcAft>
                <a:spcPts val="0"/>
              </a:spcAft>
              <a:buClr>
                <a:schemeClr val="accent2"/>
              </a:buClr>
              <a:buSzPts val="2200"/>
              <a:buNone/>
              <a:defRPr sz="2200">
                <a:solidFill>
                  <a:schemeClr val="accent2"/>
                </a:solidFill>
              </a:defRPr>
            </a:lvl4pPr>
            <a:lvl5pPr lvl="4" algn="ctr" rtl="0">
              <a:spcBef>
                <a:spcPts val="0"/>
              </a:spcBef>
              <a:spcAft>
                <a:spcPts val="0"/>
              </a:spcAft>
              <a:buClr>
                <a:schemeClr val="accent2"/>
              </a:buClr>
              <a:buSzPts val="2200"/>
              <a:buNone/>
              <a:defRPr sz="2200">
                <a:solidFill>
                  <a:schemeClr val="accent2"/>
                </a:solidFill>
              </a:defRPr>
            </a:lvl5pPr>
            <a:lvl6pPr lvl="5" algn="ctr" rtl="0">
              <a:spcBef>
                <a:spcPts val="0"/>
              </a:spcBef>
              <a:spcAft>
                <a:spcPts val="0"/>
              </a:spcAft>
              <a:buClr>
                <a:schemeClr val="accent2"/>
              </a:buClr>
              <a:buSzPts val="2200"/>
              <a:buNone/>
              <a:defRPr sz="2200">
                <a:solidFill>
                  <a:schemeClr val="accent2"/>
                </a:solidFill>
              </a:defRPr>
            </a:lvl6pPr>
            <a:lvl7pPr lvl="6" algn="ctr" rtl="0">
              <a:spcBef>
                <a:spcPts val="0"/>
              </a:spcBef>
              <a:spcAft>
                <a:spcPts val="0"/>
              </a:spcAft>
              <a:buClr>
                <a:schemeClr val="accent2"/>
              </a:buClr>
              <a:buSzPts val="2200"/>
              <a:buNone/>
              <a:defRPr sz="2200">
                <a:solidFill>
                  <a:schemeClr val="accent2"/>
                </a:solidFill>
              </a:defRPr>
            </a:lvl7pPr>
            <a:lvl8pPr lvl="7" algn="ctr" rtl="0">
              <a:spcBef>
                <a:spcPts val="0"/>
              </a:spcBef>
              <a:spcAft>
                <a:spcPts val="0"/>
              </a:spcAft>
              <a:buClr>
                <a:schemeClr val="accent2"/>
              </a:buClr>
              <a:buSzPts val="2200"/>
              <a:buNone/>
              <a:defRPr sz="2200">
                <a:solidFill>
                  <a:schemeClr val="accent2"/>
                </a:solidFill>
              </a:defRPr>
            </a:lvl8pPr>
            <a:lvl9pPr lvl="8" algn="ctr" rtl="0">
              <a:spcBef>
                <a:spcPts val="0"/>
              </a:spcBef>
              <a:spcAft>
                <a:spcPts val="0"/>
              </a:spcAft>
              <a:buClr>
                <a:schemeClr val="accent2"/>
              </a:buClr>
              <a:buSzPts val="2200"/>
              <a:buNone/>
              <a:defRPr sz="2200">
                <a:solidFill>
                  <a:schemeClr val="accent2"/>
                </a:solidFill>
              </a:defRPr>
            </a:lvl9pPr>
          </a:lstStyle>
          <a:p>
            <a:endParaRPr/>
          </a:p>
        </p:txBody>
      </p:sp>
      <p:sp>
        <p:nvSpPr>
          <p:cNvPr id="124" name="Google Shape;124;p19"/>
          <p:cNvSpPr txBox="1">
            <a:spLocks noGrp="1"/>
          </p:cNvSpPr>
          <p:nvPr>
            <p:ph type="subTitle" idx="4"/>
          </p:nvPr>
        </p:nvSpPr>
        <p:spPr>
          <a:xfrm>
            <a:off x="4981100" y="3647675"/>
            <a:ext cx="3447300" cy="84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accent4"/>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Shape 125"/>
        <p:cNvGrpSpPr/>
        <p:nvPr/>
      </p:nvGrpSpPr>
      <p:grpSpPr>
        <a:xfrm>
          <a:off x="0" y="0"/>
          <a:ext cx="0" cy="0"/>
          <a:chOff x="0" y="0"/>
          <a:chExt cx="0" cy="0"/>
        </a:xfrm>
      </p:grpSpPr>
      <p:sp>
        <p:nvSpPr>
          <p:cNvPr id="126" name="Google Shape;126;p20"/>
          <p:cNvSpPr txBox="1">
            <a:spLocks noGrp="1"/>
          </p:cNvSpPr>
          <p:nvPr>
            <p:ph type="subTitle" idx="1"/>
          </p:nvPr>
        </p:nvSpPr>
        <p:spPr>
          <a:xfrm>
            <a:off x="1531000" y="1222763"/>
            <a:ext cx="1363500" cy="274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2"/>
              </a:buClr>
              <a:buSzPts val="2200"/>
              <a:buNone/>
              <a:defRPr sz="1800" b="1" i="0">
                <a:solidFill>
                  <a:schemeClr val="dk1"/>
                </a:solidFill>
                <a:latin typeface="Martel"/>
                <a:ea typeface="Martel"/>
                <a:cs typeface="Martel"/>
                <a:sym typeface="Martel"/>
              </a:defRPr>
            </a:lvl1pPr>
            <a:lvl2pPr lvl="1" algn="ctr" rtl="0">
              <a:spcBef>
                <a:spcPts val="0"/>
              </a:spcBef>
              <a:spcAft>
                <a:spcPts val="0"/>
              </a:spcAft>
              <a:buClr>
                <a:schemeClr val="accent2"/>
              </a:buClr>
              <a:buSzPts val="2200"/>
              <a:buNone/>
              <a:defRPr sz="2200">
                <a:solidFill>
                  <a:schemeClr val="accent2"/>
                </a:solidFill>
              </a:defRPr>
            </a:lvl2pPr>
            <a:lvl3pPr lvl="2" algn="ctr" rtl="0">
              <a:spcBef>
                <a:spcPts val="0"/>
              </a:spcBef>
              <a:spcAft>
                <a:spcPts val="0"/>
              </a:spcAft>
              <a:buClr>
                <a:schemeClr val="accent2"/>
              </a:buClr>
              <a:buSzPts val="2200"/>
              <a:buNone/>
              <a:defRPr sz="2200">
                <a:solidFill>
                  <a:schemeClr val="accent2"/>
                </a:solidFill>
              </a:defRPr>
            </a:lvl3pPr>
            <a:lvl4pPr lvl="3" algn="ctr" rtl="0">
              <a:spcBef>
                <a:spcPts val="0"/>
              </a:spcBef>
              <a:spcAft>
                <a:spcPts val="0"/>
              </a:spcAft>
              <a:buClr>
                <a:schemeClr val="accent2"/>
              </a:buClr>
              <a:buSzPts val="2200"/>
              <a:buNone/>
              <a:defRPr sz="2200">
                <a:solidFill>
                  <a:schemeClr val="accent2"/>
                </a:solidFill>
              </a:defRPr>
            </a:lvl4pPr>
            <a:lvl5pPr lvl="4" algn="ctr" rtl="0">
              <a:spcBef>
                <a:spcPts val="0"/>
              </a:spcBef>
              <a:spcAft>
                <a:spcPts val="0"/>
              </a:spcAft>
              <a:buClr>
                <a:schemeClr val="accent2"/>
              </a:buClr>
              <a:buSzPts val="2200"/>
              <a:buNone/>
              <a:defRPr sz="2200">
                <a:solidFill>
                  <a:schemeClr val="accent2"/>
                </a:solidFill>
              </a:defRPr>
            </a:lvl5pPr>
            <a:lvl6pPr lvl="5" algn="ctr" rtl="0">
              <a:spcBef>
                <a:spcPts val="0"/>
              </a:spcBef>
              <a:spcAft>
                <a:spcPts val="0"/>
              </a:spcAft>
              <a:buClr>
                <a:schemeClr val="accent2"/>
              </a:buClr>
              <a:buSzPts val="2200"/>
              <a:buNone/>
              <a:defRPr sz="2200">
                <a:solidFill>
                  <a:schemeClr val="accent2"/>
                </a:solidFill>
              </a:defRPr>
            </a:lvl6pPr>
            <a:lvl7pPr lvl="6" algn="ctr" rtl="0">
              <a:spcBef>
                <a:spcPts val="0"/>
              </a:spcBef>
              <a:spcAft>
                <a:spcPts val="0"/>
              </a:spcAft>
              <a:buClr>
                <a:schemeClr val="accent2"/>
              </a:buClr>
              <a:buSzPts val="2200"/>
              <a:buNone/>
              <a:defRPr sz="2200">
                <a:solidFill>
                  <a:schemeClr val="accent2"/>
                </a:solidFill>
              </a:defRPr>
            </a:lvl7pPr>
            <a:lvl8pPr lvl="7" algn="ctr" rtl="0">
              <a:spcBef>
                <a:spcPts val="0"/>
              </a:spcBef>
              <a:spcAft>
                <a:spcPts val="0"/>
              </a:spcAft>
              <a:buClr>
                <a:schemeClr val="accent2"/>
              </a:buClr>
              <a:buSzPts val="2200"/>
              <a:buNone/>
              <a:defRPr sz="2200">
                <a:solidFill>
                  <a:schemeClr val="accent2"/>
                </a:solidFill>
              </a:defRPr>
            </a:lvl8pPr>
            <a:lvl9pPr lvl="8" algn="ctr" rtl="0">
              <a:spcBef>
                <a:spcPts val="0"/>
              </a:spcBef>
              <a:spcAft>
                <a:spcPts val="0"/>
              </a:spcAft>
              <a:buClr>
                <a:schemeClr val="accent2"/>
              </a:buClr>
              <a:buSzPts val="2200"/>
              <a:buNone/>
              <a:defRPr sz="2200">
                <a:solidFill>
                  <a:schemeClr val="accent2"/>
                </a:solidFill>
              </a:defRPr>
            </a:lvl9pPr>
          </a:lstStyle>
          <a:p>
            <a:endParaRPr/>
          </a:p>
        </p:txBody>
      </p:sp>
      <p:sp>
        <p:nvSpPr>
          <p:cNvPr id="127" name="Google Shape;127;p20"/>
          <p:cNvSpPr txBox="1">
            <a:spLocks noGrp="1"/>
          </p:cNvSpPr>
          <p:nvPr>
            <p:ph type="title"/>
          </p:nvPr>
        </p:nvSpPr>
        <p:spPr>
          <a:xfrm>
            <a:off x="713225" y="539500"/>
            <a:ext cx="77175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3000"/>
              <a:buNone/>
              <a:defRPr sz="3000">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8" name="Google Shape;128;p20"/>
          <p:cNvSpPr txBox="1">
            <a:spLocks noGrp="1"/>
          </p:cNvSpPr>
          <p:nvPr>
            <p:ph type="subTitle" idx="2"/>
          </p:nvPr>
        </p:nvSpPr>
        <p:spPr>
          <a:xfrm>
            <a:off x="1531000" y="1495829"/>
            <a:ext cx="4131900" cy="777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accent4"/>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9" name="Google Shape;129;p20"/>
          <p:cNvSpPr txBox="1">
            <a:spLocks noGrp="1"/>
          </p:cNvSpPr>
          <p:nvPr>
            <p:ph type="subTitle" idx="3"/>
          </p:nvPr>
        </p:nvSpPr>
        <p:spPr>
          <a:xfrm>
            <a:off x="1531000" y="3536800"/>
            <a:ext cx="1363500" cy="274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2"/>
              </a:buClr>
              <a:buSzPts val="2200"/>
              <a:buNone/>
              <a:defRPr sz="1800" b="1" i="0">
                <a:solidFill>
                  <a:schemeClr val="dk1"/>
                </a:solidFill>
                <a:latin typeface="Martel"/>
                <a:ea typeface="Martel"/>
                <a:cs typeface="Martel"/>
                <a:sym typeface="Martel"/>
              </a:defRPr>
            </a:lvl1pPr>
            <a:lvl2pPr lvl="1" algn="ctr" rtl="0">
              <a:spcBef>
                <a:spcPts val="0"/>
              </a:spcBef>
              <a:spcAft>
                <a:spcPts val="0"/>
              </a:spcAft>
              <a:buClr>
                <a:schemeClr val="accent2"/>
              </a:buClr>
              <a:buSzPts val="2200"/>
              <a:buNone/>
              <a:defRPr sz="2200">
                <a:solidFill>
                  <a:schemeClr val="accent2"/>
                </a:solidFill>
              </a:defRPr>
            </a:lvl2pPr>
            <a:lvl3pPr lvl="2" algn="ctr" rtl="0">
              <a:spcBef>
                <a:spcPts val="0"/>
              </a:spcBef>
              <a:spcAft>
                <a:spcPts val="0"/>
              </a:spcAft>
              <a:buClr>
                <a:schemeClr val="accent2"/>
              </a:buClr>
              <a:buSzPts val="2200"/>
              <a:buNone/>
              <a:defRPr sz="2200">
                <a:solidFill>
                  <a:schemeClr val="accent2"/>
                </a:solidFill>
              </a:defRPr>
            </a:lvl3pPr>
            <a:lvl4pPr lvl="3" algn="ctr" rtl="0">
              <a:spcBef>
                <a:spcPts val="0"/>
              </a:spcBef>
              <a:spcAft>
                <a:spcPts val="0"/>
              </a:spcAft>
              <a:buClr>
                <a:schemeClr val="accent2"/>
              </a:buClr>
              <a:buSzPts val="2200"/>
              <a:buNone/>
              <a:defRPr sz="2200">
                <a:solidFill>
                  <a:schemeClr val="accent2"/>
                </a:solidFill>
              </a:defRPr>
            </a:lvl4pPr>
            <a:lvl5pPr lvl="4" algn="ctr" rtl="0">
              <a:spcBef>
                <a:spcPts val="0"/>
              </a:spcBef>
              <a:spcAft>
                <a:spcPts val="0"/>
              </a:spcAft>
              <a:buClr>
                <a:schemeClr val="accent2"/>
              </a:buClr>
              <a:buSzPts val="2200"/>
              <a:buNone/>
              <a:defRPr sz="2200">
                <a:solidFill>
                  <a:schemeClr val="accent2"/>
                </a:solidFill>
              </a:defRPr>
            </a:lvl5pPr>
            <a:lvl6pPr lvl="5" algn="ctr" rtl="0">
              <a:spcBef>
                <a:spcPts val="0"/>
              </a:spcBef>
              <a:spcAft>
                <a:spcPts val="0"/>
              </a:spcAft>
              <a:buClr>
                <a:schemeClr val="accent2"/>
              </a:buClr>
              <a:buSzPts val="2200"/>
              <a:buNone/>
              <a:defRPr sz="2200">
                <a:solidFill>
                  <a:schemeClr val="accent2"/>
                </a:solidFill>
              </a:defRPr>
            </a:lvl6pPr>
            <a:lvl7pPr lvl="6" algn="ctr" rtl="0">
              <a:spcBef>
                <a:spcPts val="0"/>
              </a:spcBef>
              <a:spcAft>
                <a:spcPts val="0"/>
              </a:spcAft>
              <a:buClr>
                <a:schemeClr val="accent2"/>
              </a:buClr>
              <a:buSzPts val="2200"/>
              <a:buNone/>
              <a:defRPr sz="2200">
                <a:solidFill>
                  <a:schemeClr val="accent2"/>
                </a:solidFill>
              </a:defRPr>
            </a:lvl7pPr>
            <a:lvl8pPr lvl="7" algn="ctr" rtl="0">
              <a:spcBef>
                <a:spcPts val="0"/>
              </a:spcBef>
              <a:spcAft>
                <a:spcPts val="0"/>
              </a:spcAft>
              <a:buClr>
                <a:schemeClr val="accent2"/>
              </a:buClr>
              <a:buSzPts val="2200"/>
              <a:buNone/>
              <a:defRPr sz="2200">
                <a:solidFill>
                  <a:schemeClr val="accent2"/>
                </a:solidFill>
              </a:defRPr>
            </a:lvl8pPr>
            <a:lvl9pPr lvl="8" algn="ctr" rtl="0">
              <a:spcBef>
                <a:spcPts val="0"/>
              </a:spcBef>
              <a:spcAft>
                <a:spcPts val="0"/>
              </a:spcAft>
              <a:buClr>
                <a:schemeClr val="accent2"/>
              </a:buClr>
              <a:buSzPts val="2200"/>
              <a:buNone/>
              <a:defRPr sz="2200">
                <a:solidFill>
                  <a:schemeClr val="accent2"/>
                </a:solidFill>
              </a:defRPr>
            </a:lvl9pPr>
          </a:lstStyle>
          <a:p>
            <a:endParaRPr/>
          </a:p>
        </p:txBody>
      </p:sp>
      <p:sp>
        <p:nvSpPr>
          <p:cNvPr id="130" name="Google Shape;130;p20"/>
          <p:cNvSpPr txBox="1">
            <a:spLocks noGrp="1"/>
          </p:cNvSpPr>
          <p:nvPr>
            <p:ph type="subTitle" idx="4"/>
          </p:nvPr>
        </p:nvSpPr>
        <p:spPr>
          <a:xfrm>
            <a:off x="1531000" y="3813015"/>
            <a:ext cx="4131900" cy="777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accent4"/>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1" name="Google Shape;131;p20"/>
          <p:cNvSpPr txBox="1">
            <a:spLocks noGrp="1"/>
          </p:cNvSpPr>
          <p:nvPr>
            <p:ph type="subTitle" idx="5"/>
          </p:nvPr>
        </p:nvSpPr>
        <p:spPr>
          <a:xfrm>
            <a:off x="1531000" y="2379782"/>
            <a:ext cx="1363500" cy="274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2"/>
              </a:buClr>
              <a:buSzPts val="2200"/>
              <a:buNone/>
              <a:defRPr sz="1800" b="1" i="0">
                <a:solidFill>
                  <a:schemeClr val="dk1"/>
                </a:solidFill>
                <a:latin typeface="Martel"/>
                <a:ea typeface="Martel"/>
                <a:cs typeface="Martel"/>
                <a:sym typeface="Martel"/>
              </a:defRPr>
            </a:lvl1pPr>
            <a:lvl2pPr lvl="1" algn="ctr" rtl="0">
              <a:spcBef>
                <a:spcPts val="0"/>
              </a:spcBef>
              <a:spcAft>
                <a:spcPts val="0"/>
              </a:spcAft>
              <a:buClr>
                <a:schemeClr val="accent2"/>
              </a:buClr>
              <a:buSzPts val="2200"/>
              <a:buNone/>
              <a:defRPr sz="2200">
                <a:solidFill>
                  <a:schemeClr val="accent2"/>
                </a:solidFill>
              </a:defRPr>
            </a:lvl2pPr>
            <a:lvl3pPr lvl="2" algn="ctr" rtl="0">
              <a:spcBef>
                <a:spcPts val="0"/>
              </a:spcBef>
              <a:spcAft>
                <a:spcPts val="0"/>
              </a:spcAft>
              <a:buClr>
                <a:schemeClr val="accent2"/>
              </a:buClr>
              <a:buSzPts val="2200"/>
              <a:buNone/>
              <a:defRPr sz="2200">
                <a:solidFill>
                  <a:schemeClr val="accent2"/>
                </a:solidFill>
              </a:defRPr>
            </a:lvl3pPr>
            <a:lvl4pPr lvl="3" algn="ctr" rtl="0">
              <a:spcBef>
                <a:spcPts val="0"/>
              </a:spcBef>
              <a:spcAft>
                <a:spcPts val="0"/>
              </a:spcAft>
              <a:buClr>
                <a:schemeClr val="accent2"/>
              </a:buClr>
              <a:buSzPts val="2200"/>
              <a:buNone/>
              <a:defRPr sz="2200">
                <a:solidFill>
                  <a:schemeClr val="accent2"/>
                </a:solidFill>
              </a:defRPr>
            </a:lvl4pPr>
            <a:lvl5pPr lvl="4" algn="ctr" rtl="0">
              <a:spcBef>
                <a:spcPts val="0"/>
              </a:spcBef>
              <a:spcAft>
                <a:spcPts val="0"/>
              </a:spcAft>
              <a:buClr>
                <a:schemeClr val="accent2"/>
              </a:buClr>
              <a:buSzPts val="2200"/>
              <a:buNone/>
              <a:defRPr sz="2200">
                <a:solidFill>
                  <a:schemeClr val="accent2"/>
                </a:solidFill>
              </a:defRPr>
            </a:lvl5pPr>
            <a:lvl6pPr lvl="5" algn="ctr" rtl="0">
              <a:spcBef>
                <a:spcPts val="0"/>
              </a:spcBef>
              <a:spcAft>
                <a:spcPts val="0"/>
              </a:spcAft>
              <a:buClr>
                <a:schemeClr val="accent2"/>
              </a:buClr>
              <a:buSzPts val="2200"/>
              <a:buNone/>
              <a:defRPr sz="2200">
                <a:solidFill>
                  <a:schemeClr val="accent2"/>
                </a:solidFill>
              </a:defRPr>
            </a:lvl6pPr>
            <a:lvl7pPr lvl="6" algn="ctr" rtl="0">
              <a:spcBef>
                <a:spcPts val="0"/>
              </a:spcBef>
              <a:spcAft>
                <a:spcPts val="0"/>
              </a:spcAft>
              <a:buClr>
                <a:schemeClr val="accent2"/>
              </a:buClr>
              <a:buSzPts val="2200"/>
              <a:buNone/>
              <a:defRPr sz="2200">
                <a:solidFill>
                  <a:schemeClr val="accent2"/>
                </a:solidFill>
              </a:defRPr>
            </a:lvl7pPr>
            <a:lvl8pPr lvl="7" algn="ctr" rtl="0">
              <a:spcBef>
                <a:spcPts val="0"/>
              </a:spcBef>
              <a:spcAft>
                <a:spcPts val="0"/>
              </a:spcAft>
              <a:buClr>
                <a:schemeClr val="accent2"/>
              </a:buClr>
              <a:buSzPts val="2200"/>
              <a:buNone/>
              <a:defRPr sz="2200">
                <a:solidFill>
                  <a:schemeClr val="accent2"/>
                </a:solidFill>
              </a:defRPr>
            </a:lvl8pPr>
            <a:lvl9pPr lvl="8" algn="ctr" rtl="0">
              <a:spcBef>
                <a:spcPts val="0"/>
              </a:spcBef>
              <a:spcAft>
                <a:spcPts val="0"/>
              </a:spcAft>
              <a:buClr>
                <a:schemeClr val="accent2"/>
              </a:buClr>
              <a:buSzPts val="2200"/>
              <a:buNone/>
              <a:defRPr sz="2200">
                <a:solidFill>
                  <a:schemeClr val="accent2"/>
                </a:solidFill>
              </a:defRPr>
            </a:lvl9pPr>
          </a:lstStyle>
          <a:p>
            <a:endParaRPr/>
          </a:p>
        </p:txBody>
      </p:sp>
      <p:sp>
        <p:nvSpPr>
          <p:cNvPr id="132" name="Google Shape;132;p20"/>
          <p:cNvSpPr txBox="1">
            <a:spLocks noGrp="1"/>
          </p:cNvSpPr>
          <p:nvPr>
            <p:ph type="subTitle" idx="6"/>
          </p:nvPr>
        </p:nvSpPr>
        <p:spPr>
          <a:xfrm>
            <a:off x="1531000" y="2654422"/>
            <a:ext cx="4131900" cy="777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accent4"/>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 name="Google Shape;133;p20"/>
          <p:cNvSpPr/>
          <p:nvPr/>
        </p:nvSpPr>
        <p:spPr>
          <a:xfrm rot="-10383505">
            <a:off x="7018557" y="971047"/>
            <a:ext cx="2520344" cy="1341054"/>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0"/>
          <p:cNvSpPr/>
          <p:nvPr/>
        </p:nvSpPr>
        <p:spPr>
          <a:xfrm rot="-416511" flipH="1">
            <a:off x="-1013154" y="-673504"/>
            <a:ext cx="2100203" cy="1117515"/>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0"/>
          <p:cNvSpPr/>
          <p:nvPr/>
        </p:nvSpPr>
        <p:spPr>
          <a:xfrm rot="10800000" flipH="1">
            <a:off x="8559980" y="1519570"/>
            <a:ext cx="361912" cy="325172"/>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six columns">
  <p:cSld name="CUSTOM_8">
    <p:spTree>
      <p:nvGrpSpPr>
        <p:cNvPr id="1" name="Shape 183"/>
        <p:cNvGrpSpPr/>
        <p:nvPr/>
      </p:nvGrpSpPr>
      <p:grpSpPr>
        <a:xfrm>
          <a:off x="0" y="0"/>
          <a:ext cx="0" cy="0"/>
          <a:chOff x="0" y="0"/>
          <a:chExt cx="0" cy="0"/>
        </a:xfrm>
      </p:grpSpPr>
      <p:sp>
        <p:nvSpPr>
          <p:cNvPr id="184" name="Google Shape;184;p25"/>
          <p:cNvSpPr txBox="1">
            <a:spLocks noGrp="1"/>
          </p:cNvSpPr>
          <p:nvPr>
            <p:ph type="title"/>
          </p:nvPr>
        </p:nvSpPr>
        <p:spPr>
          <a:xfrm>
            <a:off x="713250" y="539496"/>
            <a:ext cx="7717500" cy="457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Clr>
                <a:schemeClr val="dk2"/>
              </a:buClr>
              <a:buSzPts val="3000"/>
              <a:buNone/>
              <a:defRPr sz="3000">
                <a:solidFill>
                  <a:schemeClr val="dk2"/>
                </a:solidFill>
              </a:defRPr>
            </a:lvl2pPr>
            <a:lvl3pPr lvl="2" rtl="0">
              <a:spcBef>
                <a:spcPts val="0"/>
              </a:spcBef>
              <a:spcAft>
                <a:spcPts val="0"/>
              </a:spcAft>
              <a:buClr>
                <a:schemeClr val="dk2"/>
              </a:buClr>
              <a:buSzPts val="3000"/>
              <a:buNone/>
              <a:defRPr sz="3000">
                <a:solidFill>
                  <a:schemeClr val="dk2"/>
                </a:solidFill>
              </a:defRPr>
            </a:lvl3pPr>
            <a:lvl4pPr lvl="3" rtl="0">
              <a:spcBef>
                <a:spcPts val="0"/>
              </a:spcBef>
              <a:spcAft>
                <a:spcPts val="0"/>
              </a:spcAft>
              <a:buClr>
                <a:schemeClr val="dk2"/>
              </a:buClr>
              <a:buSzPts val="3000"/>
              <a:buNone/>
              <a:defRPr sz="3000">
                <a:solidFill>
                  <a:schemeClr val="dk2"/>
                </a:solidFill>
              </a:defRPr>
            </a:lvl4pPr>
            <a:lvl5pPr lvl="4" rtl="0">
              <a:spcBef>
                <a:spcPts val="0"/>
              </a:spcBef>
              <a:spcAft>
                <a:spcPts val="0"/>
              </a:spcAft>
              <a:buClr>
                <a:schemeClr val="dk2"/>
              </a:buClr>
              <a:buSzPts val="3000"/>
              <a:buNone/>
              <a:defRPr sz="3000">
                <a:solidFill>
                  <a:schemeClr val="dk2"/>
                </a:solidFill>
              </a:defRPr>
            </a:lvl5pPr>
            <a:lvl6pPr lvl="5" rtl="0">
              <a:spcBef>
                <a:spcPts val="0"/>
              </a:spcBef>
              <a:spcAft>
                <a:spcPts val="0"/>
              </a:spcAft>
              <a:buClr>
                <a:schemeClr val="dk2"/>
              </a:buClr>
              <a:buSzPts val="3000"/>
              <a:buNone/>
              <a:defRPr sz="3000">
                <a:solidFill>
                  <a:schemeClr val="dk2"/>
                </a:solidFill>
              </a:defRPr>
            </a:lvl6pPr>
            <a:lvl7pPr lvl="6" rtl="0">
              <a:spcBef>
                <a:spcPts val="0"/>
              </a:spcBef>
              <a:spcAft>
                <a:spcPts val="0"/>
              </a:spcAft>
              <a:buClr>
                <a:schemeClr val="dk2"/>
              </a:buClr>
              <a:buSzPts val="3000"/>
              <a:buNone/>
              <a:defRPr sz="3000">
                <a:solidFill>
                  <a:schemeClr val="dk2"/>
                </a:solidFill>
              </a:defRPr>
            </a:lvl7pPr>
            <a:lvl8pPr lvl="7" rtl="0">
              <a:spcBef>
                <a:spcPts val="0"/>
              </a:spcBef>
              <a:spcAft>
                <a:spcPts val="0"/>
              </a:spcAft>
              <a:buClr>
                <a:schemeClr val="dk2"/>
              </a:buClr>
              <a:buSzPts val="3000"/>
              <a:buNone/>
              <a:defRPr sz="3000">
                <a:solidFill>
                  <a:schemeClr val="dk2"/>
                </a:solidFill>
              </a:defRPr>
            </a:lvl8pPr>
            <a:lvl9pPr lvl="8" rtl="0">
              <a:spcBef>
                <a:spcPts val="0"/>
              </a:spcBef>
              <a:spcAft>
                <a:spcPts val="0"/>
              </a:spcAft>
              <a:buClr>
                <a:schemeClr val="dk2"/>
              </a:buClr>
              <a:buSzPts val="3000"/>
              <a:buNone/>
              <a:defRPr sz="3000">
                <a:solidFill>
                  <a:schemeClr val="dk2"/>
                </a:solidFill>
              </a:defRPr>
            </a:lvl9pPr>
          </a:lstStyle>
          <a:p>
            <a:endParaRPr/>
          </a:p>
        </p:txBody>
      </p:sp>
      <p:sp>
        <p:nvSpPr>
          <p:cNvPr id="185" name="Google Shape;185;p25"/>
          <p:cNvSpPr txBox="1">
            <a:spLocks noGrp="1"/>
          </p:cNvSpPr>
          <p:nvPr>
            <p:ph type="subTitle" idx="1"/>
          </p:nvPr>
        </p:nvSpPr>
        <p:spPr>
          <a:xfrm>
            <a:off x="1142462" y="1945962"/>
            <a:ext cx="1243500" cy="316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Martel"/>
              <a:buNone/>
              <a:defRPr sz="1800" b="1" i="0">
                <a:solidFill>
                  <a:schemeClr val="dk1"/>
                </a:solidFill>
                <a:latin typeface="Martel"/>
                <a:ea typeface="Martel"/>
                <a:cs typeface="Martel"/>
                <a:sym typeface="Martel"/>
              </a:defRPr>
            </a:lvl1pPr>
            <a:lvl2pPr lvl="1"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2pPr>
            <a:lvl3pPr lvl="2"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3pPr>
            <a:lvl4pPr lvl="3"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4pPr>
            <a:lvl5pPr lvl="4"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5pPr>
            <a:lvl6pPr lvl="5"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6pPr>
            <a:lvl7pPr lvl="6"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7pPr>
            <a:lvl8pPr lvl="7"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8pPr>
            <a:lvl9pPr lvl="8"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9pPr>
          </a:lstStyle>
          <a:p>
            <a:endParaRPr/>
          </a:p>
        </p:txBody>
      </p:sp>
      <p:sp>
        <p:nvSpPr>
          <p:cNvPr id="186" name="Google Shape;186;p25"/>
          <p:cNvSpPr txBox="1">
            <a:spLocks noGrp="1"/>
          </p:cNvSpPr>
          <p:nvPr>
            <p:ph type="subTitle" idx="2"/>
          </p:nvPr>
        </p:nvSpPr>
        <p:spPr>
          <a:xfrm>
            <a:off x="731012" y="2267256"/>
            <a:ext cx="2066400" cy="549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7" name="Google Shape;187;p25"/>
          <p:cNvSpPr txBox="1">
            <a:spLocks noGrp="1"/>
          </p:cNvSpPr>
          <p:nvPr>
            <p:ph type="subTitle" idx="3"/>
          </p:nvPr>
        </p:nvSpPr>
        <p:spPr>
          <a:xfrm>
            <a:off x="3950250" y="1945962"/>
            <a:ext cx="1243500" cy="316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Martel"/>
              <a:buNone/>
              <a:defRPr sz="1800" b="1" i="0">
                <a:solidFill>
                  <a:schemeClr val="dk1"/>
                </a:solidFill>
                <a:latin typeface="Martel"/>
                <a:ea typeface="Martel"/>
                <a:cs typeface="Martel"/>
                <a:sym typeface="Martel"/>
              </a:defRPr>
            </a:lvl1pPr>
            <a:lvl2pPr lvl="1"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2pPr>
            <a:lvl3pPr lvl="2"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3pPr>
            <a:lvl4pPr lvl="3"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4pPr>
            <a:lvl5pPr lvl="4"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5pPr>
            <a:lvl6pPr lvl="5"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6pPr>
            <a:lvl7pPr lvl="6"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7pPr>
            <a:lvl8pPr lvl="7"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8pPr>
            <a:lvl9pPr lvl="8"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9pPr>
          </a:lstStyle>
          <a:p>
            <a:endParaRPr/>
          </a:p>
        </p:txBody>
      </p:sp>
      <p:sp>
        <p:nvSpPr>
          <p:cNvPr id="188" name="Google Shape;188;p25"/>
          <p:cNvSpPr txBox="1">
            <a:spLocks noGrp="1"/>
          </p:cNvSpPr>
          <p:nvPr>
            <p:ph type="subTitle" idx="4"/>
          </p:nvPr>
        </p:nvSpPr>
        <p:spPr>
          <a:xfrm>
            <a:off x="3538800" y="2267256"/>
            <a:ext cx="2066400" cy="549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9" name="Google Shape;189;p25"/>
          <p:cNvSpPr txBox="1">
            <a:spLocks noGrp="1"/>
          </p:cNvSpPr>
          <p:nvPr>
            <p:ph type="subTitle" idx="5"/>
          </p:nvPr>
        </p:nvSpPr>
        <p:spPr>
          <a:xfrm>
            <a:off x="6758038" y="1945962"/>
            <a:ext cx="1243500" cy="316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Martel"/>
              <a:buNone/>
              <a:defRPr sz="1800" b="1" i="0">
                <a:solidFill>
                  <a:schemeClr val="dk1"/>
                </a:solidFill>
                <a:latin typeface="Martel"/>
                <a:ea typeface="Martel"/>
                <a:cs typeface="Martel"/>
                <a:sym typeface="Martel"/>
              </a:defRPr>
            </a:lvl1pPr>
            <a:lvl2pPr lvl="1"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2pPr>
            <a:lvl3pPr lvl="2"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3pPr>
            <a:lvl4pPr lvl="3"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4pPr>
            <a:lvl5pPr lvl="4"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5pPr>
            <a:lvl6pPr lvl="5"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6pPr>
            <a:lvl7pPr lvl="6"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7pPr>
            <a:lvl8pPr lvl="7"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8pPr>
            <a:lvl9pPr lvl="8"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9pPr>
          </a:lstStyle>
          <a:p>
            <a:endParaRPr/>
          </a:p>
        </p:txBody>
      </p:sp>
      <p:sp>
        <p:nvSpPr>
          <p:cNvPr id="190" name="Google Shape;190;p25"/>
          <p:cNvSpPr txBox="1">
            <a:spLocks noGrp="1"/>
          </p:cNvSpPr>
          <p:nvPr>
            <p:ph type="subTitle" idx="6"/>
          </p:nvPr>
        </p:nvSpPr>
        <p:spPr>
          <a:xfrm>
            <a:off x="6346588" y="2267256"/>
            <a:ext cx="2066400" cy="549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91" name="Google Shape;191;p25"/>
          <p:cNvSpPr txBox="1">
            <a:spLocks noGrp="1"/>
          </p:cNvSpPr>
          <p:nvPr>
            <p:ph type="subTitle" idx="7"/>
          </p:nvPr>
        </p:nvSpPr>
        <p:spPr>
          <a:xfrm>
            <a:off x="1142462" y="3753643"/>
            <a:ext cx="1243500" cy="31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Martel"/>
              <a:buNone/>
              <a:defRPr sz="1800" b="1" i="0">
                <a:solidFill>
                  <a:schemeClr val="dk1"/>
                </a:solidFill>
                <a:latin typeface="Martel"/>
                <a:ea typeface="Martel"/>
                <a:cs typeface="Martel"/>
                <a:sym typeface="Martel"/>
              </a:defRPr>
            </a:lvl1pPr>
            <a:lvl2pPr lvl="1"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2pPr>
            <a:lvl3pPr lvl="2"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3pPr>
            <a:lvl4pPr lvl="3"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4pPr>
            <a:lvl5pPr lvl="4"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5pPr>
            <a:lvl6pPr lvl="5"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6pPr>
            <a:lvl7pPr lvl="6"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7pPr>
            <a:lvl8pPr lvl="7"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8pPr>
            <a:lvl9pPr lvl="8"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9pPr>
          </a:lstStyle>
          <a:p>
            <a:endParaRPr/>
          </a:p>
        </p:txBody>
      </p:sp>
      <p:sp>
        <p:nvSpPr>
          <p:cNvPr id="192" name="Google Shape;192;p25"/>
          <p:cNvSpPr txBox="1">
            <a:spLocks noGrp="1"/>
          </p:cNvSpPr>
          <p:nvPr>
            <p:ph type="subTitle" idx="8"/>
          </p:nvPr>
        </p:nvSpPr>
        <p:spPr>
          <a:xfrm>
            <a:off x="731012" y="4074343"/>
            <a:ext cx="2066400" cy="549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93" name="Google Shape;193;p25"/>
          <p:cNvSpPr txBox="1">
            <a:spLocks noGrp="1"/>
          </p:cNvSpPr>
          <p:nvPr>
            <p:ph type="subTitle" idx="9"/>
          </p:nvPr>
        </p:nvSpPr>
        <p:spPr>
          <a:xfrm>
            <a:off x="3950250" y="3753643"/>
            <a:ext cx="1243500" cy="31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Martel"/>
              <a:buNone/>
              <a:defRPr sz="1800" b="1" i="0">
                <a:solidFill>
                  <a:schemeClr val="dk1"/>
                </a:solidFill>
                <a:latin typeface="Martel"/>
                <a:ea typeface="Martel"/>
                <a:cs typeface="Martel"/>
                <a:sym typeface="Martel"/>
              </a:defRPr>
            </a:lvl1pPr>
            <a:lvl2pPr lvl="1"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2pPr>
            <a:lvl3pPr lvl="2"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3pPr>
            <a:lvl4pPr lvl="3"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4pPr>
            <a:lvl5pPr lvl="4"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5pPr>
            <a:lvl6pPr lvl="5"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6pPr>
            <a:lvl7pPr lvl="6"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7pPr>
            <a:lvl8pPr lvl="7"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8pPr>
            <a:lvl9pPr lvl="8"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9pPr>
          </a:lstStyle>
          <a:p>
            <a:endParaRPr/>
          </a:p>
        </p:txBody>
      </p:sp>
      <p:sp>
        <p:nvSpPr>
          <p:cNvPr id="194" name="Google Shape;194;p25"/>
          <p:cNvSpPr txBox="1">
            <a:spLocks noGrp="1"/>
          </p:cNvSpPr>
          <p:nvPr>
            <p:ph type="subTitle" idx="13"/>
          </p:nvPr>
        </p:nvSpPr>
        <p:spPr>
          <a:xfrm>
            <a:off x="3538800" y="4074343"/>
            <a:ext cx="2066400" cy="549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95" name="Google Shape;195;p25"/>
          <p:cNvSpPr txBox="1">
            <a:spLocks noGrp="1"/>
          </p:cNvSpPr>
          <p:nvPr>
            <p:ph type="subTitle" idx="14"/>
          </p:nvPr>
        </p:nvSpPr>
        <p:spPr>
          <a:xfrm>
            <a:off x="6758038" y="3753643"/>
            <a:ext cx="1243500" cy="31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Martel"/>
              <a:buNone/>
              <a:defRPr sz="1800" b="1" i="0">
                <a:solidFill>
                  <a:schemeClr val="dk1"/>
                </a:solidFill>
                <a:latin typeface="Martel"/>
                <a:ea typeface="Martel"/>
                <a:cs typeface="Martel"/>
                <a:sym typeface="Martel"/>
              </a:defRPr>
            </a:lvl1pPr>
            <a:lvl2pPr lvl="1"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2pPr>
            <a:lvl3pPr lvl="2"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3pPr>
            <a:lvl4pPr lvl="3"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4pPr>
            <a:lvl5pPr lvl="4"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5pPr>
            <a:lvl6pPr lvl="5"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6pPr>
            <a:lvl7pPr lvl="6"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7pPr>
            <a:lvl8pPr lvl="7"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8pPr>
            <a:lvl9pPr lvl="8" algn="ctr" rtl="0">
              <a:spcBef>
                <a:spcPts val="0"/>
              </a:spcBef>
              <a:spcAft>
                <a:spcPts val="0"/>
              </a:spcAft>
              <a:buClr>
                <a:schemeClr val="dk1"/>
              </a:buClr>
              <a:buSzPts val="2100"/>
              <a:buFont typeface="Martel"/>
              <a:buNone/>
              <a:defRPr sz="2100" b="1">
                <a:solidFill>
                  <a:schemeClr val="dk1"/>
                </a:solidFill>
                <a:latin typeface="Martel"/>
                <a:ea typeface="Martel"/>
                <a:cs typeface="Martel"/>
                <a:sym typeface="Martel"/>
              </a:defRPr>
            </a:lvl9pPr>
          </a:lstStyle>
          <a:p>
            <a:endParaRPr/>
          </a:p>
        </p:txBody>
      </p:sp>
      <p:sp>
        <p:nvSpPr>
          <p:cNvPr id="196" name="Google Shape;196;p25"/>
          <p:cNvSpPr txBox="1">
            <a:spLocks noGrp="1"/>
          </p:cNvSpPr>
          <p:nvPr>
            <p:ph type="subTitle" idx="15"/>
          </p:nvPr>
        </p:nvSpPr>
        <p:spPr>
          <a:xfrm>
            <a:off x="6346588" y="4074343"/>
            <a:ext cx="2066400" cy="549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97" name="Google Shape;197;p25"/>
          <p:cNvSpPr/>
          <p:nvPr/>
        </p:nvSpPr>
        <p:spPr>
          <a:xfrm rot="9313262">
            <a:off x="7765343" y="3386195"/>
            <a:ext cx="2638742" cy="1403959"/>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5"/>
          <p:cNvSpPr/>
          <p:nvPr/>
        </p:nvSpPr>
        <p:spPr>
          <a:xfrm rot="-6681293">
            <a:off x="8549300" y="3180570"/>
            <a:ext cx="251296" cy="225769"/>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5"/>
          <p:cNvSpPr/>
          <p:nvPr/>
        </p:nvSpPr>
        <p:spPr>
          <a:xfrm rot="9313262">
            <a:off x="-1523057" y="766945"/>
            <a:ext cx="2638742" cy="1403959"/>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5"/>
          <p:cNvSpPr/>
          <p:nvPr/>
        </p:nvSpPr>
        <p:spPr>
          <a:xfrm rot="-8460514">
            <a:off x="206671" y="1050615"/>
            <a:ext cx="251299" cy="225772"/>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cSld name="CUSTOM_20_1_1">
    <p:spTree>
      <p:nvGrpSpPr>
        <p:cNvPr id="1" name="Shape 219"/>
        <p:cNvGrpSpPr/>
        <p:nvPr/>
      </p:nvGrpSpPr>
      <p:grpSpPr>
        <a:xfrm>
          <a:off x="0" y="0"/>
          <a:ext cx="0" cy="0"/>
          <a:chOff x="0" y="0"/>
          <a:chExt cx="0" cy="0"/>
        </a:xfrm>
      </p:grpSpPr>
      <p:sp>
        <p:nvSpPr>
          <p:cNvPr id="220" name="Google Shape;220;p29"/>
          <p:cNvSpPr txBox="1">
            <a:spLocks noGrp="1"/>
          </p:cNvSpPr>
          <p:nvPr>
            <p:ph type="title"/>
          </p:nvPr>
        </p:nvSpPr>
        <p:spPr>
          <a:xfrm>
            <a:off x="1938750" y="1373826"/>
            <a:ext cx="5266500" cy="1719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2"/>
              </a:buClr>
              <a:buSzPts val="6200"/>
              <a:buNone/>
              <a:defRPr sz="11200"/>
            </a:lvl1pPr>
            <a:lvl2pPr lvl="1" rtl="0">
              <a:lnSpc>
                <a:spcPct val="100000"/>
              </a:lnSpc>
              <a:spcBef>
                <a:spcPts val="0"/>
              </a:spcBef>
              <a:spcAft>
                <a:spcPts val="0"/>
              </a:spcAft>
              <a:buClr>
                <a:schemeClr val="lt2"/>
              </a:buClr>
              <a:buSzPts val="2800"/>
              <a:buNone/>
              <a:defRPr>
                <a:solidFill>
                  <a:schemeClr val="lt2"/>
                </a:solidFill>
              </a:defRPr>
            </a:lvl2pPr>
            <a:lvl3pPr lvl="2" rtl="0">
              <a:lnSpc>
                <a:spcPct val="100000"/>
              </a:lnSpc>
              <a:spcBef>
                <a:spcPts val="0"/>
              </a:spcBef>
              <a:spcAft>
                <a:spcPts val="0"/>
              </a:spcAft>
              <a:buClr>
                <a:schemeClr val="lt2"/>
              </a:buClr>
              <a:buSzPts val="2800"/>
              <a:buNone/>
              <a:defRPr>
                <a:solidFill>
                  <a:schemeClr val="lt2"/>
                </a:solidFill>
              </a:defRPr>
            </a:lvl3pPr>
            <a:lvl4pPr lvl="3" rtl="0">
              <a:lnSpc>
                <a:spcPct val="100000"/>
              </a:lnSpc>
              <a:spcBef>
                <a:spcPts val="0"/>
              </a:spcBef>
              <a:spcAft>
                <a:spcPts val="0"/>
              </a:spcAft>
              <a:buClr>
                <a:schemeClr val="lt2"/>
              </a:buClr>
              <a:buSzPts val="2800"/>
              <a:buNone/>
              <a:defRPr>
                <a:solidFill>
                  <a:schemeClr val="lt2"/>
                </a:solidFill>
              </a:defRPr>
            </a:lvl4pPr>
            <a:lvl5pPr lvl="4" rtl="0">
              <a:lnSpc>
                <a:spcPct val="100000"/>
              </a:lnSpc>
              <a:spcBef>
                <a:spcPts val="0"/>
              </a:spcBef>
              <a:spcAft>
                <a:spcPts val="0"/>
              </a:spcAft>
              <a:buClr>
                <a:schemeClr val="lt2"/>
              </a:buClr>
              <a:buSzPts val="2800"/>
              <a:buNone/>
              <a:defRPr>
                <a:solidFill>
                  <a:schemeClr val="lt2"/>
                </a:solidFill>
              </a:defRPr>
            </a:lvl5pPr>
            <a:lvl6pPr lvl="5" rtl="0">
              <a:lnSpc>
                <a:spcPct val="100000"/>
              </a:lnSpc>
              <a:spcBef>
                <a:spcPts val="0"/>
              </a:spcBef>
              <a:spcAft>
                <a:spcPts val="0"/>
              </a:spcAft>
              <a:buClr>
                <a:schemeClr val="lt2"/>
              </a:buClr>
              <a:buSzPts val="2800"/>
              <a:buNone/>
              <a:defRPr>
                <a:solidFill>
                  <a:schemeClr val="lt2"/>
                </a:solidFill>
              </a:defRPr>
            </a:lvl6pPr>
            <a:lvl7pPr lvl="6" rtl="0">
              <a:lnSpc>
                <a:spcPct val="100000"/>
              </a:lnSpc>
              <a:spcBef>
                <a:spcPts val="0"/>
              </a:spcBef>
              <a:spcAft>
                <a:spcPts val="0"/>
              </a:spcAft>
              <a:buClr>
                <a:schemeClr val="lt2"/>
              </a:buClr>
              <a:buSzPts val="2800"/>
              <a:buNone/>
              <a:defRPr>
                <a:solidFill>
                  <a:schemeClr val="lt2"/>
                </a:solidFill>
              </a:defRPr>
            </a:lvl7pPr>
            <a:lvl8pPr lvl="7" rtl="0">
              <a:lnSpc>
                <a:spcPct val="100000"/>
              </a:lnSpc>
              <a:spcBef>
                <a:spcPts val="0"/>
              </a:spcBef>
              <a:spcAft>
                <a:spcPts val="0"/>
              </a:spcAft>
              <a:buClr>
                <a:schemeClr val="lt2"/>
              </a:buClr>
              <a:buSzPts val="2800"/>
              <a:buNone/>
              <a:defRPr>
                <a:solidFill>
                  <a:schemeClr val="lt2"/>
                </a:solidFill>
              </a:defRPr>
            </a:lvl8pPr>
            <a:lvl9pPr lvl="8" rtl="0">
              <a:lnSpc>
                <a:spcPct val="100000"/>
              </a:lnSpc>
              <a:spcBef>
                <a:spcPts val="0"/>
              </a:spcBef>
              <a:spcAft>
                <a:spcPts val="0"/>
              </a:spcAft>
              <a:buClr>
                <a:schemeClr val="lt2"/>
              </a:buClr>
              <a:buSzPts val="2800"/>
              <a:buNone/>
              <a:defRPr>
                <a:solidFill>
                  <a:schemeClr val="lt2"/>
                </a:solidFill>
              </a:defRPr>
            </a:lvl9pPr>
          </a:lstStyle>
          <a:p>
            <a:endParaRPr/>
          </a:p>
        </p:txBody>
      </p:sp>
      <p:sp>
        <p:nvSpPr>
          <p:cNvPr id="221" name="Google Shape;221;p29"/>
          <p:cNvSpPr txBox="1">
            <a:spLocks noGrp="1"/>
          </p:cNvSpPr>
          <p:nvPr>
            <p:ph type="subTitle" idx="1"/>
          </p:nvPr>
        </p:nvSpPr>
        <p:spPr>
          <a:xfrm>
            <a:off x="2300400" y="3190893"/>
            <a:ext cx="4543200" cy="470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22" name="Google Shape;222;p29"/>
          <p:cNvSpPr/>
          <p:nvPr/>
        </p:nvSpPr>
        <p:spPr>
          <a:xfrm rot="-10383505">
            <a:off x="8080157" y="1973197"/>
            <a:ext cx="2520344" cy="1341054"/>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9"/>
          <p:cNvSpPr/>
          <p:nvPr/>
        </p:nvSpPr>
        <p:spPr>
          <a:xfrm rot="8570839">
            <a:off x="-885062" y="3730423"/>
            <a:ext cx="2520391" cy="1341044"/>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CUSTOM_11">
    <p:spTree>
      <p:nvGrpSpPr>
        <p:cNvPr id="1" name="Shape 229"/>
        <p:cNvGrpSpPr/>
        <p:nvPr/>
      </p:nvGrpSpPr>
      <p:grpSpPr>
        <a:xfrm>
          <a:off x="0" y="0"/>
          <a:ext cx="0" cy="0"/>
          <a:chOff x="0" y="0"/>
          <a:chExt cx="0" cy="0"/>
        </a:xfrm>
      </p:grpSpPr>
      <p:sp>
        <p:nvSpPr>
          <p:cNvPr id="230" name="Google Shape;230;p31"/>
          <p:cNvSpPr/>
          <p:nvPr/>
        </p:nvSpPr>
        <p:spPr>
          <a:xfrm>
            <a:off x="6742317" y="867444"/>
            <a:ext cx="243" cy="122"/>
          </a:xfrm>
          <a:custGeom>
            <a:avLst/>
            <a:gdLst/>
            <a:ahLst/>
            <a:cxnLst/>
            <a:rect l="l" t="t" r="r" b="b"/>
            <a:pathLst>
              <a:path w="2" h="1" extrusionOk="0">
                <a:moveTo>
                  <a:pt x="1" y="0"/>
                </a:moveTo>
                <a:cubicBezTo>
                  <a:pt x="0" y="0"/>
                  <a:pt x="0" y="0"/>
                  <a:pt x="0" y="1"/>
                </a:cubicBezTo>
                <a:lnTo>
                  <a:pt x="2" y="1"/>
                </a:lnTo>
                <a:cubicBezTo>
                  <a:pt x="2" y="1"/>
                  <a:pt x="1" y="0"/>
                  <a:pt x="1" y="0"/>
                </a:cubicBezTo>
                <a:close/>
              </a:path>
            </a:pathLst>
          </a:custGeom>
          <a:solidFill>
            <a:srgbClr val="E4EE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1"/>
          <p:cNvSpPr/>
          <p:nvPr/>
        </p:nvSpPr>
        <p:spPr>
          <a:xfrm>
            <a:off x="6742317" y="863673"/>
            <a:ext cx="6933" cy="3892"/>
          </a:xfrm>
          <a:custGeom>
            <a:avLst/>
            <a:gdLst/>
            <a:ahLst/>
            <a:cxnLst/>
            <a:rect l="l" t="t" r="r" b="b"/>
            <a:pathLst>
              <a:path w="57" h="32" extrusionOk="0">
                <a:moveTo>
                  <a:pt x="57" y="1"/>
                </a:moveTo>
                <a:lnTo>
                  <a:pt x="57" y="1"/>
                </a:lnTo>
                <a:cubicBezTo>
                  <a:pt x="38" y="15"/>
                  <a:pt x="20" y="28"/>
                  <a:pt x="0" y="32"/>
                </a:cubicBezTo>
                <a:lnTo>
                  <a:pt x="2" y="32"/>
                </a:lnTo>
                <a:cubicBezTo>
                  <a:pt x="4" y="31"/>
                  <a:pt x="6" y="31"/>
                  <a:pt x="9" y="31"/>
                </a:cubicBezTo>
                <a:cubicBezTo>
                  <a:pt x="11" y="31"/>
                  <a:pt x="14" y="31"/>
                  <a:pt x="16" y="30"/>
                </a:cubicBezTo>
                <a:cubicBezTo>
                  <a:pt x="30" y="25"/>
                  <a:pt x="44" y="11"/>
                  <a:pt x="57" y="1"/>
                </a:cubicBezTo>
                <a:close/>
              </a:path>
            </a:pathLst>
          </a:custGeom>
          <a:solidFill>
            <a:srgbClr val="0075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1"/>
          <p:cNvSpPr/>
          <p:nvPr/>
        </p:nvSpPr>
        <p:spPr>
          <a:xfrm>
            <a:off x="6752535" y="846765"/>
            <a:ext cx="9366" cy="14718"/>
          </a:xfrm>
          <a:custGeom>
            <a:avLst/>
            <a:gdLst/>
            <a:ahLst/>
            <a:cxnLst/>
            <a:rect l="l" t="t" r="r" b="b"/>
            <a:pathLst>
              <a:path w="77" h="121" extrusionOk="0">
                <a:moveTo>
                  <a:pt x="77" y="1"/>
                </a:moveTo>
                <a:cubicBezTo>
                  <a:pt x="53" y="53"/>
                  <a:pt x="27" y="92"/>
                  <a:pt x="1" y="120"/>
                </a:cubicBezTo>
                <a:cubicBezTo>
                  <a:pt x="27" y="92"/>
                  <a:pt x="53" y="53"/>
                  <a:pt x="77" y="1"/>
                </a:cubicBezTo>
                <a:close/>
              </a:path>
            </a:pathLst>
          </a:custGeom>
          <a:solidFill>
            <a:srgbClr val="0075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1"/>
          <p:cNvSpPr/>
          <p:nvPr/>
        </p:nvSpPr>
        <p:spPr>
          <a:xfrm>
            <a:off x="713225" y="-268377"/>
            <a:ext cx="2666274" cy="1418608"/>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1"/>
          <p:cNvSpPr/>
          <p:nvPr/>
        </p:nvSpPr>
        <p:spPr>
          <a:xfrm>
            <a:off x="1035780" y="286400"/>
            <a:ext cx="343993" cy="309050"/>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1"/>
          <p:cNvSpPr/>
          <p:nvPr/>
        </p:nvSpPr>
        <p:spPr>
          <a:xfrm rot="3362447">
            <a:off x="6176626" y="3943336"/>
            <a:ext cx="2967509" cy="1578882"/>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1"/>
          <p:cNvSpPr/>
          <p:nvPr/>
        </p:nvSpPr>
        <p:spPr>
          <a:xfrm rot="1083878">
            <a:off x="7292518" y="3912010"/>
            <a:ext cx="344002" cy="309058"/>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2917239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Martel"/>
              <a:buNone/>
              <a:defRPr sz="3000" b="1">
                <a:solidFill>
                  <a:schemeClr val="dk1"/>
                </a:solidFill>
                <a:latin typeface="Martel"/>
                <a:ea typeface="Martel"/>
                <a:cs typeface="Martel"/>
                <a:sym typeface="Marte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accent4"/>
              </a:buClr>
              <a:buSzPts val="1400"/>
              <a:buFont typeface="Quicksand"/>
              <a:buChar char="●"/>
              <a:defRPr>
                <a:solidFill>
                  <a:schemeClr val="accent4"/>
                </a:solidFill>
                <a:latin typeface="Quicksand"/>
                <a:ea typeface="Quicksand"/>
                <a:cs typeface="Quicksand"/>
                <a:sym typeface="Quicksand"/>
              </a:defRPr>
            </a:lvl1pPr>
            <a:lvl2pPr marL="914400" lvl="1" indent="-317500">
              <a:lnSpc>
                <a:spcPct val="115000"/>
              </a:lnSpc>
              <a:spcBef>
                <a:spcPts val="0"/>
              </a:spcBef>
              <a:spcAft>
                <a:spcPts val="0"/>
              </a:spcAft>
              <a:buClr>
                <a:schemeClr val="accent4"/>
              </a:buClr>
              <a:buSzPts val="1400"/>
              <a:buFont typeface="Quicksand"/>
              <a:buChar char="○"/>
              <a:defRPr>
                <a:solidFill>
                  <a:schemeClr val="accent4"/>
                </a:solidFill>
                <a:latin typeface="Quicksand"/>
                <a:ea typeface="Quicksand"/>
                <a:cs typeface="Quicksand"/>
                <a:sym typeface="Quicksand"/>
              </a:defRPr>
            </a:lvl2pPr>
            <a:lvl3pPr marL="1371600" lvl="2" indent="-317500">
              <a:lnSpc>
                <a:spcPct val="115000"/>
              </a:lnSpc>
              <a:spcBef>
                <a:spcPts val="0"/>
              </a:spcBef>
              <a:spcAft>
                <a:spcPts val="0"/>
              </a:spcAft>
              <a:buClr>
                <a:schemeClr val="accent4"/>
              </a:buClr>
              <a:buSzPts val="1400"/>
              <a:buFont typeface="Quicksand"/>
              <a:buChar char="■"/>
              <a:defRPr>
                <a:solidFill>
                  <a:schemeClr val="accent4"/>
                </a:solidFill>
                <a:latin typeface="Quicksand"/>
                <a:ea typeface="Quicksand"/>
                <a:cs typeface="Quicksand"/>
                <a:sym typeface="Quicksand"/>
              </a:defRPr>
            </a:lvl3pPr>
            <a:lvl4pPr marL="1828800" lvl="3" indent="-317500">
              <a:lnSpc>
                <a:spcPct val="115000"/>
              </a:lnSpc>
              <a:spcBef>
                <a:spcPts val="0"/>
              </a:spcBef>
              <a:spcAft>
                <a:spcPts val="0"/>
              </a:spcAft>
              <a:buClr>
                <a:schemeClr val="accent4"/>
              </a:buClr>
              <a:buSzPts val="1400"/>
              <a:buFont typeface="Quicksand"/>
              <a:buChar char="●"/>
              <a:defRPr>
                <a:solidFill>
                  <a:schemeClr val="accent4"/>
                </a:solidFill>
                <a:latin typeface="Quicksand"/>
                <a:ea typeface="Quicksand"/>
                <a:cs typeface="Quicksand"/>
                <a:sym typeface="Quicksand"/>
              </a:defRPr>
            </a:lvl4pPr>
            <a:lvl5pPr marL="2286000" lvl="4" indent="-317500">
              <a:lnSpc>
                <a:spcPct val="115000"/>
              </a:lnSpc>
              <a:spcBef>
                <a:spcPts val="0"/>
              </a:spcBef>
              <a:spcAft>
                <a:spcPts val="0"/>
              </a:spcAft>
              <a:buClr>
                <a:schemeClr val="accent4"/>
              </a:buClr>
              <a:buSzPts val="1400"/>
              <a:buFont typeface="Quicksand"/>
              <a:buChar char="○"/>
              <a:defRPr>
                <a:solidFill>
                  <a:schemeClr val="accent4"/>
                </a:solidFill>
                <a:latin typeface="Quicksand"/>
                <a:ea typeface="Quicksand"/>
                <a:cs typeface="Quicksand"/>
                <a:sym typeface="Quicksand"/>
              </a:defRPr>
            </a:lvl5pPr>
            <a:lvl6pPr marL="2743200" lvl="5" indent="-317500">
              <a:lnSpc>
                <a:spcPct val="115000"/>
              </a:lnSpc>
              <a:spcBef>
                <a:spcPts val="0"/>
              </a:spcBef>
              <a:spcAft>
                <a:spcPts val="0"/>
              </a:spcAft>
              <a:buClr>
                <a:schemeClr val="accent4"/>
              </a:buClr>
              <a:buSzPts val="1400"/>
              <a:buFont typeface="Quicksand"/>
              <a:buChar char="■"/>
              <a:defRPr>
                <a:solidFill>
                  <a:schemeClr val="accent4"/>
                </a:solidFill>
                <a:latin typeface="Quicksand"/>
                <a:ea typeface="Quicksand"/>
                <a:cs typeface="Quicksand"/>
                <a:sym typeface="Quicksand"/>
              </a:defRPr>
            </a:lvl6pPr>
            <a:lvl7pPr marL="3200400" lvl="6" indent="-317500">
              <a:lnSpc>
                <a:spcPct val="115000"/>
              </a:lnSpc>
              <a:spcBef>
                <a:spcPts val="0"/>
              </a:spcBef>
              <a:spcAft>
                <a:spcPts val="0"/>
              </a:spcAft>
              <a:buClr>
                <a:schemeClr val="accent4"/>
              </a:buClr>
              <a:buSzPts val="1400"/>
              <a:buFont typeface="Quicksand"/>
              <a:buChar char="●"/>
              <a:defRPr>
                <a:solidFill>
                  <a:schemeClr val="accent4"/>
                </a:solidFill>
                <a:latin typeface="Quicksand"/>
                <a:ea typeface="Quicksand"/>
                <a:cs typeface="Quicksand"/>
                <a:sym typeface="Quicksand"/>
              </a:defRPr>
            </a:lvl7pPr>
            <a:lvl8pPr marL="3657600" lvl="7" indent="-317500">
              <a:lnSpc>
                <a:spcPct val="115000"/>
              </a:lnSpc>
              <a:spcBef>
                <a:spcPts val="0"/>
              </a:spcBef>
              <a:spcAft>
                <a:spcPts val="0"/>
              </a:spcAft>
              <a:buClr>
                <a:schemeClr val="accent4"/>
              </a:buClr>
              <a:buSzPts val="1400"/>
              <a:buFont typeface="Quicksand"/>
              <a:buChar char="○"/>
              <a:defRPr>
                <a:solidFill>
                  <a:schemeClr val="accent4"/>
                </a:solidFill>
                <a:latin typeface="Quicksand"/>
                <a:ea typeface="Quicksand"/>
                <a:cs typeface="Quicksand"/>
                <a:sym typeface="Quicksand"/>
              </a:defRPr>
            </a:lvl8pPr>
            <a:lvl9pPr marL="4114800" lvl="8" indent="-317500">
              <a:lnSpc>
                <a:spcPct val="115000"/>
              </a:lnSpc>
              <a:spcBef>
                <a:spcPts val="0"/>
              </a:spcBef>
              <a:spcAft>
                <a:spcPts val="0"/>
              </a:spcAft>
              <a:buClr>
                <a:schemeClr val="accent4"/>
              </a:buClr>
              <a:buSzPts val="1400"/>
              <a:buFont typeface="Quicksand"/>
              <a:buChar char="■"/>
              <a:defRPr>
                <a:solidFill>
                  <a:schemeClr val="accent4"/>
                </a:solidFill>
                <a:latin typeface="Quicksand"/>
                <a:ea typeface="Quicksand"/>
                <a:cs typeface="Quicksand"/>
                <a:sym typeface="Quicksan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4" r:id="rId5"/>
    <p:sldLayoutId id="2147483655" r:id="rId6"/>
    <p:sldLayoutId id="2147483657" r:id="rId7"/>
    <p:sldLayoutId id="2147483659" r:id="rId8"/>
    <p:sldLayoutId id="2147483661" r:id="rId9"/>
    <p:sldLayoutId id="2147483662" r:id="rId10"/>
    <p:sldLayoutId id="2147483663" r:id="rId11"/>
    <p:sldLayoutId id="2147483664" r:id="rId12"/>
    <p:sldLayoutId id="2147483665" r:id="rId13"/>
    <p:sldLayoutId id="2147483666" r:id="rId14"/>
    <p:sldLayoutId id="2147483671" r:id="rId15"/>
    <p:sldLayoutId id="2147483675" r:id="rId16"/>
    <p:sldLayoutId id="2147483677" r:id="rId17"/>
    <p:sldLayoutId id="2147483682"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1.jpg"/><Relationship Id="rId4" Type="http://schemas.openxmlformats.org/officeDocument/2006/relationships/hyperlink" Target="https://www.wallpaperflare.com/group-of-people-staring-at-monitor-inside-room-people-sitting-on-chairs-watching-movie-wallpaper-zhymp"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3.sv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7.sv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6.xml"/><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diagramColors" Target="../diagrams/colors1.xml"/><Relationship Id="rId11" Type="http://schemas.openxmlformats.org/officeDocument/2006/relationships/image" Target="../media/image9.png"/><Relationship Id="rId5" Type="http://schemas.openxmlformats.org/officeDocument/2006/relationships/diagramQuickStyle" Target="../diagrams/quickStyle1.xml"/><Relationship Id="rId10" Type="http://schemas.openxmlformats.org/officeDocument/2006/relationships/image" Target="../media/image6.png"/><Relationship Id="rId4" Type="http://schemas.openxmlformats.org/officeDocument/2006/relationships/diagramLayout" Target="../diagrams/layout1.xml"/><Relationship Id="rId9"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25.sv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8.sv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2" name="Google Shape;252;p36"/>
          <p:cNvSpPr/>
          <p:nvPr/>
        </p:nvSpPr>
        <p:spPr>
          <a:xfrm>
            <a:off x="713100" y="1478295"/>
            <a:ext cx="7717800" cy="2022900"/>
          </a:xfrm>
          <a:prstGeom prst="roundRect">
            <a:avLst>
              <a:gd name="adj" fmla="val 10677"/>
            </a:avLst>
          </a:prstGeom>
          <a:noFill/>
          <a:ln w="19050" cap="flat" cmpd="sng">
            <a:solidFill>
              <a:srgbClr val="AEC6C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6"/>
          <p:cNvSpPr txBox="1">
            <a:spLocks noGrp="1"/>
          </p:cNvSpPr>
          <p:nvPr>
            <p:ph type="ctrTitle"/>
          </p:nvPr>
        </p:nvSpPr>
        <p:spPr>
          <a:xfrm>
            <a:off x="713100" y="1470879"/>
            <a:ext cx="7717800" cy="2056985"/>
          </a:xfrm>
          <a:prstGeom prst="rect">
            <a:avLst/>
          </a:prstGeom>
          <a:solidFill>
            <a:schemeClr val="tx2">
              <a:lumMod val="20000"/>
              <a:lumOff val="80000"/>
            </a:schemeClr>
          </a:solidFill>
        </p:spPr>
        <p:txBody>
          <a:bodyPr spcFirstLastPara="1" wrap="square" lIns="91425" tIns="91425" rIns="91425" bIns="91425" anchor="t" anchorCtr="0">
            <a:noAutofit/>
          </a:bodyPr>
          <a:lstStyle/>
          <a:p>
            <a:pPr>
              <a:buClr>
                <a:schemeClr val="dk1"/>
              </a:buClr>
              <a:buSzPts val="1100"/>
            </a:pPr>
            <a:br>
              <a:rPr lang="fr-FR" sz="3600" b="0" i="0" u="none" dirty="0">
                <a:solidFill>
                  <a:srgbClr val="002060"/>
                </a:solidFill>
                <a:latin typeface="Times New Roman"/>
                <a:ea typeface="Times New Roman"/>
                <a:cs typeface="Times New Roman"/>
                <a:sym typeface="Times New Roman"/>
              </a:rPr>
            </a:br>
            <a:r>
              <a:rPr lang="fr-FR" sz="3600" b="0" i="0" u="none" dirty="0">
                <a:solidFill>
                  <a:srgbClr val="1F497D"/>
                </a:solidFill>
                <a:latin typeface="Times New Roman"/>
                <a:ea typeface="Times New Roman"/>
                <a:cs typeface="Times New Roman"/>
                <a:sym typeface="Times New Roman"/>
              </a:rPr>
              <a:t>Mini Project Presentation </a:t>
            </a:r>
            <a:br>
              <a:rPr lang="fr-FR" sz="3600" b="0" i="0" u="none" dirty="0">
                <a:solidFill>
                  <a:srgbClr val="1F497D"/>
                </a:solidFill>
                <a:latin typeface="Times New Roman"/>
                <a:ea typeface="Times New Roman"/>
                <a:cs typeface="Times New Roman"/>
                <a:sym typeface="Times New Roman"/>
              </a:rPr>
            </a:br>
            <a:r>
              <a:rPr lang="fr-FR" sz="3600" b="1" dirty="0">
                <a:solidFill>
                  <a:srgbClr val="1F497D"/>
                </a:solidFill>
                <a:latin typeface="Times New Roman"/>
                <a:ea typeface="Times New Roman"/>
                <a:cs typeface="Times New Roman"/>
                <a:sym typeface="Times New Roman"/>
              </a:rPr>
              <a:t>T</a:t>
            </a:r>
            <a:r>
              <a:rPr lang="fr-FR" sz="3600" b="1" i="0" u="none" dirty="0">
                <a:solidFill>
                  <a:srgbClr val="1F497D"/>
                </a:solidFill>
                <a:latin typeface="Times New Roman"/>
                <a:ea typeface="Times New Roman"/>
                <a:cs typeface="Times New Roman"/>
                <a:sym typeface="Times New Roman"/>
              </a:rPr>
              <a:t>.E. </a:t>
            </a:r>
            <a:r>
              <a:rPr lang="fr-FR" sz="3600" b="1" dirty="0">
                <a:solidFill>
                  <a:srgbClr val="1F497D"/>
                </a:solidFill>
                <a:latin typeface="Times New Roman"/>
                <a:ea typeface="Times New Roman"/>
                <a:cs typeface="Times New Roman"/>
                <a:sym typeface="Times New Roman"/>
              </a:rPr>
              <a:t>(AIML</a:t>
            </a:r>
            <a:r>
              <a:rPr lang="fr-FR" sz="3600" b="1" i="0" u="none" dirty="0">
                <a:solidFill>
                  <a:srgbClr val="1F497D"/>
                </a:solidFill>
                <a:latin typeface="Times New Roman"/>
                <a:ea typeface="Times New Roman"/>
                <a:cs typeface="Times New Roman"/>
                <a:sym typeface="Times New Roman"/>
              </a:rPr>
              <a:t>) Sem – Vl</a:t>
            </a:r>
            <a:br>
              <a:rPr lang="fr-FR" sz="3600" dirty="0">
                <a:solidFill>
                  <a:srgbClr val="1F497D"/>
                </a:solidFill>
              </a:rPr>
            </a:br>
            <a:endParaRPr lang="en-IN" sz="3600" dirty="0">
              <a:solidFill>
                <a:srgbClr val="1F497D"/>
              </a:solidFill>
            </a:endParaRPr>
          </a:p>
        </p:txBody>
      </p:sp>
      <p:sp>
        <p:nvSpPr>
          <p:cNvPr id="10" name="TextBox 9">
            <a:extLst>
              <a:ext uri="{FF2B5EF4-FFF2-40B4-BE49-F238E27FC236}">
                <a16:creationId xmlns:a16="http://schemas.microsoft.com/office/drawing/2014/main" id="{2F2A482D-2B6E-7BE0-F3BE-C12B16B9E79B}"/>
              </a:ext>
            </a:extLst>
          </p:cNvPr>
          <p:cNvSpPr txBox="1"/>
          <p:nvPr/>
        </p:nvSpPr>
        <p:spPr>
          <a:xfrm>
            <a:off x="1980647" y="364273"/>
            <a:ext cx="5182708" cy="1010533"/>
          </a:xfrm>
          <a:prstGeom prst="rect">
            <a:avLst/>
          </a:prstGeom>
          <a:noFill/>
        </p:spPr>
        <p:txBody>
          <a:bodyPr wrap="square" rtlCol="0">
            <a:spAutoFit/>
          </a:bodyPr>
          <a:lstStyle/>
          <a:p>
            <a:pPr marL="0" marR="0" lvl="0" indent="0" algn="ctr" rtl="0">
              <a:lnSpc>
                <a:spcPct val="100000"/>
              </a:lnSpc>
              <a:spcBef>
                <a:spcPts val="0"/>
              </a:spcBef>
              <a:spcAft>
                <a:spcPts val="0"/>
              </a:spcAft>
              <a:buClr>
                <a:srgbClr val="1F497D"/>
              </a:buClr>
              <a:buSzPts val="3000"/>
              <a:buFont typeface="Times New Roman"/>
              <a:buNone/>
            </a:pPr>
            <a:r>
              <a:rPr lang="en-US" sz="1400" b="0" i="0" u="none" dirty="0">
                <a:solidFill>
                  <a:srgbClr val="1F497D"/>
                </a:solidFill>
                <a:latin typeface="Times New Roman"/>
                <a:ea typeface="Times New Roman"/>
                <a:cs typeface="Times New Roman"/>
                <a:sym typeface="Times New Roman"/>
              </a:rPr>
              <a:t>Lokmanya Tilak College of Engineering, Navi Mumbai </a:t>
            </a:r>
            <a:endParaRPr lang="en-US" dirty="0"/>
          </a:p>
          <a:p>
            <a:pPr marL="0" marR="0" lvl="0" indent="0" algn="ctr" rtl="0">
              <a:lnSpc>
                <a:spcPct val="100000"/>
              </a:lnSpc>
              <a:spcBef>
                <a:spcPts val="700"/>
              </a:spcBef>
              <a:spcAft>
                <a:spcPts val="0"/>
              </a:spcAft>
              <a:buClr>
                <a:srgbClr val="1F497D"/>
              </a:buClr>
              <a:buSzPts val="3000"/>
              <a:buFont typeface="Times New Roman"/>
              <a:buNone/>
            </a:pPr>
            <a:r>
              <a:rPr lang="en-US" sz="1800" b="1" i="0" u="none" dirty="0">
                <a:solidFill>
                  <a:srgbClr val="1F497D"/>
                </a:solidFill>
                <a:latin typeface="Times New Roman"/>
                <a:ea typeface="Times New Roman"/>
                <a:cs typeface="Times New Roman"/>
                <a:sym typeface="Times New Roman"/>
              </a:rPr>
              <a:t>Computer Science and  Engineering </a:t>
            </a:r>
            <a:r>
              <a:rPr lang="en-US" sz="1800" b="0" i="0" u="none" dirty="0">
                <a:solidFill>
                  <a:srgbClr val="1F497D"/>
                </a:solidFill>
                <a:latin typeface="Times New Roman"/>
                <a:ea typeface="Times New Roman"/>
                <a:cs typeface="Times New Roman"/>
                <a:sym typeface="Times New Roman"/>
              </a:rPr>
              <a:t> </a:t>
            </a:r>
          </a:p>
          <a:p>
            <a:pPr marL="0" marR="0" lvl="0" indent="0" algn="ctr" rtl="0">
              <a:lnSpc>
                <a:spcPct val="100000"/>
              </a:lnSpc>
              <a:spcBef>
                <a:spcPts val="700"/>
              </a:spcBef>
              <a:spcAft>
                <a:spcPts val="0"/>
              </a:spcAft>
              <a:buClr>
                <a:srgbClr val="1F497D"/>
              </a:buClr>
              <a:buSzPts val="3000"/>
              <a:buFont typeface="Times New Roman"/>
              <a:buNone/>
            </a:pPr>
            <a:r>
              <a:rPr lang="en-US" sz="1600" dirty="0">
                <a:solidFill>
                  <a:srgbClr val="1F497D"/>
                </a:solidFill>
                <a:latin typeface="Times New Roman"/>
                <a:ea typeface="Times New Roman"/>
                <a:cs typeface="Times New Roman"/>
                <a:sym typeface="Times New Roman"/>
              </a:rPr>
              <a:t>(Artificial Intelligence and Machine Learning)</a:t>
            </a:r>
          </a:p>
        </p:txBody>
      </p:sp>
      <p:sp>
        <p:nvSpPr>
          <p:cNvPr id="11" name="TextBox 10">
            <a:extLst>
              <a:ext uri="{FF2B5EF4-FFF2-40B4-BE49-F238E27FC236}">
                <a16:creationId xmlns:a16="http://schemas.microsoft.com/office/drawing/2014/main" id="{EAF79E83-75FF-9D20-5D2B-2BC33E3032C7}"/>
              </a:ext>
            </a:extLst>
          </p:cNvPr>
          <p:cNvSpPr txBox="1"/>
          <p:nvPr/>
        </p:nvSpPr>
        <p:spPr>
          <a:xfrm>
            <a:off x="3151514" y="3751274"/>
            <a:ext cx="2706029" cy="677108"/>
          </a:xfrm>
          <a:prstGeom prst="rect">
            <a:avLst/>
          </a:prstGeom>
          <a:noFill/>
        </p:spPr>
        <p:txBody>
          <a:bodyPr wrap="square" rtlCol="0">
            <a:spAutoFit/>
          </a:bodyPr>
          <a:lstStyle/>
          <a:p>
            <a:pPr algn="ctr"/>
            <a:r>
              <a:rPr lang="en-US" sz="1400" b="1" i="0" u="none" dirty="0">
                <a:solidFill>
                  <a:srgbClr val="1F497D"/>
                </a:solidFill>
                <a:latin typeface="Times New Roman"/>
                <a:ea typeface="Times New Roman"/>
                <a:cs typeface="Times New Roman"/>
                <a:sym typeface="Times New Roman"/>
              </a:rPr>
              <a:t> </a:t>
            </a:r>
            <a:r>
              <a:rPr lang="en-US" sz="2400" b="1" i="0" u="none" dirty="0">
                <a:solidFill>
                  <a:srgbClr val="1F497D"/>
                </a:solidFill>
                <a:latin typeface="Times New Roman"/>
                <a:ea typeface="Times New Roman"/>
                <a:cs typeface="Times New Roman"/>
                <a:sym typeface="Times New Roman"/>
              </a:rPr>
              <a:t>202</a:t>
            </a:r>
            <a:r>
              <a:rPr lang="en-US" sz="2400" b="1" dirty="0">
                <a:solidFill>
                  <a:srgbClr val="1F497D"/>
                </a:solidFill>
                <a:latin typeface="Times New Roman"/>
                <a:ea typeface="Times New Roman"/>
                <a:cs typeface="Times New Roman"/>
                <a:sym typeface="Times New Roman"/>
              </a:rPr>
              <a:t>4</a:t>
            </a:r>
            <a:r>
              <a:rPr lang="en-US" sz="2400" b="1" i="0" u="none" dirty="0">
                <a:solidFill>
                  <a:srgbClr val="1F497D"/>
                </a:solidFill>
                <a:latin typeface="Times New Roman"/>
                <a:ea typeface="Times New Roman"/>
                <a:cs typeface="Times New Roman"/>
                <a:sym typeface="Times New Roman"/>
              </a:rPr>
              <a:t>-2</a:t>
            </a:r>
            <a:r>
              <a:rPr lang="en-US" sz="2400" b="1" dirty="0">
                <a:solidFill>
                  <a:srgbClr val="1F497D"/>
                </a:solidFill>
                <a:latin typeface="Times New Roman"/>
                <a:ea typeface="Times New Roman"/>
                <a:cs typeface="Times New Roman"/>
                <a:sym typeface="Times New Roman"/>
              </a:rPr>
              <a:t>5</a:t>
            </a:r>
            <a:r>
              <a:rPr lang="en-US" sz="2400" b="1" i="0" u="none" dirty="0">
                <a:solidFill>
                  <a:srgbClr val="1F497D"/>
                </a:solidFill>
                <a:latin typeface="Times New Roman"/>
                <a:ea typeface="Times New Roman"/>
                <a:cs typeface="Times New Roman"/>
                <a:sym typeface="Times New Roman"/>
              </a:rPr>
              <a:t> </a:t>
            </a:r>
            <a:r>
              <a:rPr lang="en-US" sz="2400" b="1" dirty="0">
                <a:solidFill>
                  <a:srgbClr val="1F497D"/>
                </a:solidFill>
                <a:latin typeface="Times New Roman"/>
                <a:ea typeface="Times New Roman"/>
                <a:cs typeface="Times New Roman"/>
                <a:sym typeface="Times New Roman"/>
              </a:rPr>
              <a:t>EVEN</a:t>
            </a:r>
            <a:endParaRPr lang="en-US" sz="2400" dirty="0">
              <a:solidFill>
                <a:srgbClr val="1F497D"/>
              </a:solidFill>
            </a:endParaRPr>
          </a:p>
          <a:p>
            <a:endParaRPr lang="en-IN" dirty="0"/>
          </a:p>
        </p:txBody>
      </p:sp>
      <p:pic>
        <p:nvPicPr>
          <p:cNvPr id="12" name="Google Shape;31;p1">
            <a:extLst>
              <a:ext uri="{FF2B5EF4-FFF2-40B4-BE49-F238E27FC236}">
                <a16:creationId xmlns:a16="http://schemas.microsoft.com/office/drawing/2014/main" id="{469825EF-011E-4432-9968-0490A19B08E2}"/>
              </a:ext>
            </a:extLst>
          </p:cNvPr>
          <p:cNvPicPr preferRelativeResize="0"/>
          <p:nvPr/>
        </p:nvPicPr>
        <p:blipFill rotWithShape="1">
          <a:blip r:embed="rId3">
            <a:alphaModFix/>
          </a:blip>
          <a:srcRect/>
          <a:stretch/>
        </p:blipFill>
        <p:spPr>
          <a:xfrm>
            <a:off x="8265253" y="-4941"/>
            <a:ext cx="865007" cy="911364"/>
          </a:xfrm>
          <a:prstGeom prst="rect">
            <a:avLst/>
          </a:prstGeom>
          <a:noFill/>
          <a:ln>
            <a:noFill/>
          </a:ln>
        </p:spPr>
      </p:pic>
      <p:sp>
        <p:nvSpPr>
          <p:cNvPr id="38" name="Freeform 9"/>
          <p:cNvSpPr/>
          <p:nvPr/>
        </p:nvSpPr>
        <p:spPr>
          <a:xfrm>
            <a:off x="0" y="-4941"/>
            <a:ext cx="2289604" cy="2112123"/>
          </a:xfrm>
          <a:custGeom>
            <a:avLst/>
            <a:gdLst/>
            <a:ahLst/>
            <a:cxnLst/>
            <a:rect l="l" t="t" r="r" b="b"/>
            <a:pathLst>
              <a:path w="5746837" h="4816894">
                <a:moveTo>
                  <a:pt x="0" y="0"/>
                </a:moveTo>
                <a:lnTo>
                  <a:pt x="5746837" y="0"/>
                </a:lnTo>
                <a:lnTo>
                  <a:pt x="5746837" y="4816894"/>
                </a:lnTo>
                <a:lnTo>
                  <a:pt x="0" y="48168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9" name="Freeform 7"/>
          <p:cNvSpPr/>
          <p:nvPr/>
        </p:nvSpPr>
        <p:spPr>
          <a:xfrm rot="-1436891">
            <a:off x="6837612" y="3164942"/>
            <a:ext cx="2212475" cy="1696209"/>
          </a:xfrm>
          <a:custGeom>
            <a:avLst/>
            <a:gdLst/>
            <a:ahLst/>
            <a:cxnLst/>
            <a:rect l="l" t="t" r="r" b="b"/>
            <a:pathLst>
              <a:path w="4167216" h="3646314">
                <a:moveTo>
                  <a:pt x="0" y="0"/>
                </a:moveTo>
                <a:lnTo>
                  <a:pt x="4167216" y="0"/>
                </a:lnTo>
                <a:lnTo>
                  <a:pt x="4167216" y="3646314"/>
                </a:lnTo>
                <a:lnTo>
                  <a:pt x="0" y="36463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40" name="Freeform 12"/>
          <p:cNvSpPr/>
          <p:nvPr/>
        </p:nvSpPr>
        <p:spPr>
          <a:xfrm>
            <a:off x="355880" y="3118118"/>
            <a:ext cx="714439" cy="766154"/>
          </a:xfrm>
          <a:custGeom>
            <a:avLst/>
            <a:gdLst/>
            <a:ahLst/>
            <a:cxnLst/>
            <a:rect l="l" t="t" r="r" b="b"/>
            <a:pathLst>
              <a:path w="714439" h="766154">
                <a:moveTo>
                  <a:pt x="0" y="0"/>
                </a:moveTo>
                <a:lnTo>
                  <a:pt x="714439" y="0"/>
                </a:lnTo>
                <a:lnTo>
                  <a:pt x="714439" y="766155"/>
                </a:lnTo>
                <a:lnTo>
                  <a:pt x="0" y="766155"/>
                </a:lnTo>
                <a:lnTo>
                  <a:pt x="0" y="0"/>
                </a:lnTo>
                <a:close/>
              </a:path>
            </a:pathLst>
          </a:custGeom>
          <a:blipFill>
            <a:blip r:embed="rId8"/>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837473B0-CC2E-450A-ABE3-18F120FF3D39}">
                <a1611:picAttrSrcUrl xmlns:a1611="http://schemas.microsoft.com/office/drawing/2016/11/main" r:id="rId4"/>
              </a:ext>
            </a:extLst>
          </a:blip>
          <a:srcRect/>
          <a:stretch>
            <a:fillRect l="40000" t="36000" r="9000" b="8000"/>
          </a:stretch>
        </a:blipFill>
        <a:effectLst/>
      </p:bgPr>
    </p:bg>
    <p:spTree>
      <p:nvGrpSpPr>
        <p:cNvPr id="1" name="Shape 287"/>
        <p:cNvGrpSpPr/>
        <p:nvPr/>
      </p:nvGrpSpPr>
      <p:grpSpPr>
        <a:xfrm>
          <a:off x="0" y="0"/>
          <a:ext cx="0" cy="0"/>
          <a:chOff x="0" y="0"/>
          <a:chExt cx="0" cy="0"/>
        </a:xfrm>
      </p:grpSpPr>
      <p:sp>
        <p:nvSpPr>
          <p:cNvPr id="288" name="Google Shape;288;p37"/>
          <p:cNvSpPr/>
          <p:nvPr/>
        </p:nvSpPr>
        <p:spPr>
          <a:xfrm>
            <a:off x="619746" y="527840"/>
            <a:ext cx="7718275" cy="1138639"/>
          </a:xfrm>
          <a:prstGeom prst="roundRect">
            <a:avLst>
              <a:gd name="adj" fmla="val 26636"/>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F497D"/>
              </a:solidFill>
            </a:endParaRPr>
          </a:p>
        </p:txBody>
      </p:sp>
      <p:sp>
        <p:nvSpPr>
          <p:cNvPr id="289" name="Google Shape;289;p37"/>
          <p:cNvSpPr txBox="1">
            <a:spLocks noGrp="1"/>
          </p:cNvSpPr>
          <p:nvPr>
            <p:ph type="title"/>
          </p:nvPr>
        </p:nvSpPr>
        <p:spPr>
          <a:xfrm>
            <a:off x="712500" y="712705"/>
            <a:ext cx="7718225" cy="76891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800" dirty="0">
                <a:solidFill>
                  <a:schemeClr val="bg2">
                    <a:lumMod val="50000"/>
                  </a:schemeClr>
                </a:solidFill>
                <a:latin typeface="Times New Roman" panose="02020603050405020304" pitchFamily="18" charset="0"/>
                <a:ea typeface="Martel ExtraBold"/>
                <a:cs typeface="Times New Roman" panose="02020603050405020304" pitchFamily="18" charset="0"/>
                <a:sym typeface="Martel ExtraBold"/>
              </a:rPr>
              <a:t>Movie and Song Recommendation System</a:t>
            </a:r>
            <a:endParaRPr sz="2800" dirty="0">
              <a:solidFill>
                <a:schemeClr val="bg2">
                  <a:lumMod val="50000"/>
                </a:schemeClr>
              </a:solidFill>
              <a:latin typeface="Times New Roman" panose="02020603050405020304" pitchFamily="18" charset="0"/>
              <a:ea typeface="Martel ExtraBold"/>
              <a:cs typeface="Times New Roman" panose="02020603050405020304" pitchFamily="18" charset="0"/>
              <a:sym typeface="Martel ExtraBold"/>
            </a:endParaRPr>
          </a:p>
        </p:txBody>
      </p:sp>
      <p:sp>
        <p:nvSpPr>
          <p:cNvPr id="290" name="Google Shape;290;p37"/>
          <p:cNvSpPr/>
          <p:nvPr/>
        </p:nvSpPr>
        <p:spPr>
          <a:xfrm>
            <a:off x="637991" y="1851344"/>
            <a:ext cx="7718275" cy="2888296"/>
          </a:xfrm>
          <a:prstGeom prst="roundRect">
            <a:avLst>
              <a:gd name="adj" fmla="val 3799"/>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F497D"/>
              </a:solidFill>
            </a:endParaRPr>
          </a:p>
        </p:txBody>
      </p:sp>
      <p:sp>
        <p:nvSpPr>
          <p:cNvPr id="2" name="TextBox 1">
            <a:extLst>
              <a:ext uri="{FF2B5EF4-FFF2-40B4-BE49-F238E27FC236}">
                <a16:creationId xmlns:a16="http://schemas.microsoft.com/office/drawing/2014/main" id="{D534E2DA-9A53-77B6-EE54-FBC0CCF852E3}"/>
              </a:ext>
            </a:extLst>
          </p:cNvPr>
          <p:cNvSpPr txBox="1"/>
          <p:nvPr/>
        </p:nvSpPr>
        <p:spPr>
          <a:xfrm>
            <a:off x="805203" y="2016967"/>
            <a:ext cx="7532818" cy="2831544"/>
          </a:xfrm>
          <a:prstGeom prst="rect">
            <a:avLst/>
          </a:prstGeom>
        </p:spPr>
        <p:txBody>
          <a:bodyPr wrap="square" rtlCol="0">
            <a:spAutoFit/>
          </a:bodyPr>
          <a:lstStyle/>
          <a:p>
            <a:r>
              <a:rPr lang="en-IN" sz="1800" b="1" dirty="0">
                <a:solidFill>
                  <a:srgbClr val="0A2220"/>
                </a:solidFill>
                <a:latin typeface="Times New Roman" panose="02020603050405020304" pitchFamily="18" charset="0"/>
                <a:cs typeface="Times New Roman" panose="02020603050405020304" pitchFamily="18" charset="0"/>
              </a:rPr>
              <a:t>Group Members</a:t>
            </a:r>
            <a:r>
              <a:rPr lang="en-IN" sz="1600" b="1" dirty="0">
                <a:solidFill>
                  <a:srgbClr val="0A2220"/>
                </a:solidFill>
                <a:latin typeface="Times New Roman" panose="02020603050405020304" pitchFamily="18" charset="0"/>
                <a:cs typeface="Times New Roman" panose="02020603050405020304" pitchFamily="18" charset="0"/>
              </a:rPr>
              <a:t>:</a:t>
            </a:r>
          </a:p>
          <a:p>
            <a:endParaRPr lang="en-IN" sz="1600" b="1" dirty="0">
              <a:solidFill>
                <a:srgbClr val="0A2220"/>
              </a:solidFill>
              <a:latin typeface="Times New Roman" panose="02020603050405020304" pitchFamily="18" charset="0"/>
              <a:cs typeface="Times New Roman" panose="02020603050405020304" pitchFamily="18" charset="0"/>
            </a:endParaRPr>
          </a:p>
          <a:p>
            <a:r>
              <a:rPr lang="en-IN" sz="1600" b="1" dirty="0">
                <a:solidFill>
                  <a:srgbClr val="0A2220"/>
                </a:solidFill>
                <a:latin typeface="Times New Roman" panose="02020603050405020304" pitchFamily="18" charset="0"/>
                <a:cs typeface="Times New Roman" panose="02020603050405020304" pitchFamily="18" charset="0"/>
              </a:rPr>
              <a:t>Riddhi Danej :  (203)</a:t>
            </a:r>
          </a:p>
          <a:p>
            <a:r>
              <a:rPr lang="en-IN" sz="1600" b="1" dirty="0">
                <a:solidFill>
                  <a:srgbClr val="0A2220"/>
                </a:solidFill>
                <a:latin typeface="Times New Roman" panose="02020603050405020304" pitchFamily="18" charset="0"/>
                <a:cs typeface="Times New Roman" panose="02020603050405020304" pitchFamily="18" charset="0"/>
              </a:rPr>
              <a:t>Aditya Maurya : (222)</a:t>
            </a:r>
          </a:p>
          <a:p>
            <a:r>
              <a:rPr lang="en-IN" sz="1600" b="1" dirty="0" err="1">
                <a:solidFill>
                  <a:srgbClr val="0A2220"/>
                </a:solidFill>
                <a:latin typeface="Times New Roman" panose="02020603050405020304" pitchFamily="18" charset="0"/>
                <a:cs typeface="Times New Roman" panose="02020603050405020304" pitchFamily="18" charset="0"/>
              </a:rPr>
              <a:t>Sandesh</a:t>
            </a:r>
            <a:r>
              <a:rPr lang="en-IN" sz="1600" b="1" dirty="0">
                <a:solidFill>
                  <a:srgbClr val="0A2220"/>
                </a:solidFill>
                <a:latin typeface="Times New Roman" panose="02020603050405020304" pitchFamily="18" charset="0"/>
                <a:cs typeface="Times New Roman" panose="02020603050405020304" pitchFamily="18" charset="0"/>
              </a:rPr>
              <a:t> </a:t>
            </a:r>
            <a:r>
              <a:rPr lang="en-IN" sz="1600" b="1" dirty="0" err="1">
                <a:solidFill>
                  <a:srgbClr val="0A2220"/>
                </a:solidFill>
                <a:latin typeface="Times New Roman" panose="02020603050405020304" pitchFamily="18" charset="0"/>
                <a:cs typeface="Times New Roman" panose="02020603050405020304" pitchFamily="18" charset="0"/>
              </a:rPr>
              <a:t>Futane</a:t>
            </a:r>
            <a:r>
              <a:rPr lang="en-IN" sz="1600" b="1" dirty="0">
                <a:solidFill>
                  <a:srgbClr val="0A2220"/>
                </a:solidFill>
                <a:latin typeface="Times New Roman" panose="02020603050405020304" pitchFamily="18" charset="0"/>
                <a:cs typeface="Times New Roman" panose="02020603050405020304" pitchFamily="18" charset="0"/>
              </a:rPr>
              <a:t> : (206)</a:t>
            </a:r>
          </a:p>
          <a:p>
            <a:r>
              <a:rPr lang="en-IN" sz="1600" b="1" dirty="0">
                <a:solidFill>
                  <a:srgbClr val="0A2220"/>
                </a:solidFill>
                <a:latin typeface="Times New Roman" panose="02020603050405020304" pitchFamily="18" charset="0"/>
                <a:cs typeface="Times New Roman" panose="02020603050405020304" pitchFamily="18" charset="0"/>
              </a:rPr>
              <a:t>Umair Mir : (220)</a:t>
            </a:r>
          </a:p>
          <a:p>
            <a:endParaRPr lang="en-IN" sz="1600" b="1" dirty="0">
              <a:solidFill>
                <a:srgbClr val="0A2220"/>
              </a:solidFill>
              <a:latin typeface="Times New Roman" panose="02020603050405020304" pitchFamily="18" charset="0"/>
              <a:cs typeface="Times New Roman" panose="02020603050405020304" pitchFamily="18" charset="0"/>
            </a:endParaRPr>
          </a:p>
          <a:p>
            <a:endParaRPr lang="en-IN" sz="1600" b="1" dirty="0">
              <a:solidFill>
                <a:srgbClr val="0A2220"/>
              </a:solidFill>
              <a:latin typeface="Times New Roman" panose="02020603050405020304" pitchFamily="18" charset="0"/>
              <a:cs typeface="Times New Roman" panose="02020603050405020304" pitchFamily="18" charset="0"/>
            </a:endParaRPr>
          </a:p>
          <a:p>
            <a:r>
              <a:rPr lang="en-IN" sz="1600" b="1" dirty="0">
                <a:solidFill>
                  <a:srgbClr val="0A2220"/>
                </a:solidFill>
                <a:latin typeface="Times New Roman" panose="02020603050405020304" pitchFamily="18" charset="0"/>
                <a:cs typeface="Times New Roman" panose="02020603050405020304" pitchFamily="18" charset="0"/>
              </a:rPr>
              <a:t>Project Guide:</a:t>
            </a:r>
          </a:p>
          <a:p>
            <a:r>
              <a:rPr lang="en-IN" sz="1600" b="1" dirty="0" err="1">
                <a:solidFill>
                  <a:srgbClr val="0A2220"/>
                </a:solidFill>
                <a:latin typeface="Times New Roman" panose="02020603050405020304" pitchFamily="18" charset="0"/>
                <a:cs typeface="Times New Roman" panose="02020603050405020304" pitchFamily="18" charset="0"/>
              </a:rPr>
              <a:t>Prof.Sheshmal</a:t>
            </a:r>
            <a:r>
              <a:rPr lang="en-IN" sz="1600" b="1" dirty="0">
                <a:solidFill>
                  <a:srgbClr val="0A2220"/>
                </a:solidFill>
                <a:latin typeface="Times New Roman" panose="02020603050405020304" pitchFamily="18" charset="0"/>
                <a:cs typeface="Times New Roman" panose="02020603050405020304" pitchFamily="18" charset="0"/>
              </a:rPr>
              <a:t> </a:t>
            </a:r>
            <a:r>
              <a:rPr lang="en-IN" sz="1600" b="1" dirty="0" err="1">
                <a:solidFill>
                  <a:srgbClr val="0A2220"/>
                </a:solidFill>
                <a:latin typeface="Times New Roman" panose="02020603050405020304" pitchFamily="18" charset="0"/>
                <a:cs typeface="Times New Roman" panose="02020603050405020304" pitchFamily="18" charset="0"/>
              </a:rPr>
              <a:t>Shingne</a:t>
            </a:r>
            <a:r>
              <a:rPr lang="en-IN" sz="1600" b="1" dirty="0">
                <a:solidFill>
                  <a:srgbClr val="0A2220"/>
                </a:solidFill>
                <a:latin typeface="Times New Roman" panose="02020603050405020304" pitchFamily="18" charset="0"/>
                <a:cs typeface="Times New Roman" panose="02020603050405020304" pitchFamily="18" charset="0"/>
              </a:rPr>
              <a:t> </a:t>
            </a:r>
          </a:p>
          <a:p>
            <a:endParaRPr lang="en-IN" sz="1600" dirty="0">
              <a:solidFill>
                <a:srgbClr val="1F497D"/>
              </a:solidFill>
            </a:endParaRPr>
          </a:p>
        </p:txBody>
      </p:sp>
      <p:pic>
        <p:nvPicPr>
          <p:cNvPr id="3" name="Google Shape;31;p1">
            <a:extLst>
              <a:ext uri="{FF2B5EF4-FFF2-40B4-BE49-F238E27FC236}">
                <a16:creationId xmlns:a16="http://schemas.microsoft.com/office/drawing/2014/main" id="{8A864610-9D94-B5E6-9653-236F57D16985}"/>
              </a:ext>
            </a:extLst>
          </p:cNvPr>
          <p:cNvPicPr preferRelativeResize="0"/>
          <p:nvPr/>
        </p:nvPicPr>
        <p:blipFill rotWithShape="1">
          <a:blip r:embed="rId5">
            <a:alphaModFix/>
          </a:blip>
          <a:srcRect/>
          <a:stretch/>
        </p:blipFill>
        <p:spPr>
          <a:xfrm>
            <a:off x="8265253" y="-4941"/>
            <a:ext cx="865007" cy="911364"/>
          </a:xfrm>
          <a:prstGeom prst="rect">
            <a:avLst/>
          </a:prstGeom>
          <a:noFill/>
          <a:ln>
            <a:noFill/>
          </a:ln>
        </p:spPr>
      </p:pic>
      <p:sp>
        <p:nvSpPr>
          <p:cNvPr id="7" name="Freeform 15"/>
          <p:cNvSpPr/>
          <p:nvPr/>
        </p:nvSpPr>
        <p:spPr>
          <a:xfrm>
            <a:off x="271519" y="241419"/>
            <a:ext cx="603701" cy="704837"/>
          </a:xfrm>
          <a:custGeom>
            <a:avLst/>
            <a:gdLst/>
            <a:ahLst/>
            <a:cxnLst/>
            <a:rect l="l" t="t" r="r" b="b"/>
            <a:pathLst>
              <a:path w="760408" h="766154">
                <a:moveTo>
                  <a:pt x="0" y="0"/>
                </a:moveTo>
                <a:lnTo>
                  <a:pt x="760408" y="0"/>
                </a:lnTo>
                <a:lnTo>
                  <a:pt x="760408" y="766154"/>
                </a:lnTo>
                <a:lnTo>
                  <a:pt x="0" y="766154"/>
                </a:lnTo>
                <a:lnTo>
                  <a:pt x="0" y="0"/>
                </a:lnTo>
                <a:close/>
              </a:path>
            </a:pathLst>
          </a:custGeom>
          <a:blipFill>
            <a:blip r:embed="rId6"/>
            <a:stretch>
              <a:fillRect/>
            </a:stretch>
          </a:blipFill>
        </p:spPr>
      </p:sp>
      <p:sp>
        <p:nvSpPr>
          <p:cNvPr id="8" name="Freeform 16"/>
          <p:cNvSpPr/>
          <p:nvPr/>
        </p:nvSpPr>
        <p:spPr>
          <a:xfrm rot="-592605">
            <a:off x="6710357" y="207604"/>
            <a:ext cx="1496422" cy="614869"/>
          </a:xfrm>
          <a:custGeom>
            <a:avLst/>
            <a:gdLst/>
            <a:ahLst/>
            <a:cxnLst/>
            <a:rect l="l" t="t" r="r" b="b"/>
            <a:pathLst>
              <a:path w="1831367" h="893381">
                <a:moveTo>
                  <a:pt x="0" y="0"/>
                </a:moveTo>
                <a:lnTo>
                  <a:pt x="1831367" y="0"/>
                </a:lnTo>
                <a:lnTo>
                  <a:pt x="1831367" y="893382"/>
                </a:lnTo>
                <a:lnTo>
                  <a:pt x="0" y="893382"/>
                </a:lnTo>
                <a:lnTo>
                  <a:pt x="0" y="0"/>
                </a:lnTo>
                <a:close/>
              </a:path>
            </a:pathLst>
          </a:custGeom>
          <a:blipFill>
            <a:blip r:embed="rId7"/>
            <a:stretch>
              <a:fillRect l="-51208" r="-157404" b="-544721"/>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8"/>
          <p:cNvSpPr/>
          <p:nvPr/>
        </p:nvSpPr>
        <p:spPr>
          <a:xfrm>
            <a:off x="713225" y="371372"/>
            <a:ext cx="7711500" cy="510300"/>
          </a:xfrm>
          <a:prstGeom prst="roundRect">
            <a:avLst>
              <a:gd name="adj" fmla="val 26636"/>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txBox="1">
            <a:spLocks noGrp="1"/>
          </p:cNvSpPr>
          <p:nvPr>
            <p:ph type="title"/>
          </p:nvPr>
        </p:nvSpPr>
        <p:spPr>
          <a:xfrm>
            <a:off x="713250" y="580942"/>
            <a:ext cx="7717500" cy="457200"/>
          </a:xfrm>
          <a:prstGeom prst="rect">
            <a:avLst/>
          </a:prstGeom>
        </p:spPr>
        <p:txBody>
          <a:bodyPr spcFirstLastPara="1" wrap="square" lIns="0" tIns="91425" rIns="91425" bIns="91425" anchor="ctr" anchorCtr="0">
            <a:noAutofit/>
          </a:bodyPr>
          <a:lstStyle/>
          <a:p>
            <a:pPr marL="91440"/>
            <a:r>
              <a:rPr lang="en-US" sz="2800" b="1" dirty="0">
                <a:solidFill>
                  <a:srgbClr val="1F497D"/>
                </a:solidFill>
                <a:latin typeface="Times New Roman" panose="02020603050405020304" pitchFamily="18" charset="0"/>
                <a:ea typeface="Kollektif Bold"/>
                <a:cs typeface="Times New Roman" panose="02020603050405020304" pitchFamily="18" charset="0"/>
                <a:sym typeface="Kollektif Bold"/>
              </a:rPr>
              <a:t>Presentation Outline</a:t>
            </a:r>
            <a:br>
              <a:rPr lang="en-US" sz="2800" b="1" dirty="0">
                <a:solidFill>
                  <a:srgbClr val="1F497D"/>
                </a:solidFill>
                <a:latin typeface="Times New Roman" panose="02020603050405020304" pitchFamily="18" charset="0"/>
                <a:ea typeface="Kollektif Bold"/>
                <a:cs typeface="Times New Roman" panose="02020603050405020304" pitchFamily="18" charset="0"/>
                <a:sym typeface="Kollektif Bold"/>
              </a:rPr>
            </a:br>
            <a:endParaRPr sz="2800" dirty="0">
              <a:solidFill>
                <a:srgbClr val="1F497D"/>
              </a:solidFill>
            </a:endParaRPr>
          </a:p>
        </p:txBody>
      </p:sp>
      <p:sp>
        <p:nvSpPr>
          <p:cNvPr id="26" name="Rectangle: Rounded Corners 25">
            <a:extLst>
              <a:ext uri="{FF2B5EF4-FFF2-40B4-BE49-F238E27FC236}">
                <a16:creationId xmlns:a16="http://schemas.microsoft.com/office/drawing/2014/main" id="{1574069D-0D02-9417-0F74-3C0082384C9E}"/>
              </a:ext>
            </a:extLst>
          </p:cNvPr>
          <p:cNvSpPr/>
          <p:nvPr/>
        </p:nvSpPr>
        <p:spPr>
          <a:xfrm>
            <a:off x="713225" y="1190754"/>
            <a:ext cx="7711500" cy="3424904"/>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sp>
        <p:nvSpPr>
          <p:cNvPr id="27" name="TextBox 26">
            <a:extLst>
              <a:ext uri="{FF2B5EF4-FFF2-40B4-BE49-F238E27FC236}">
                <a16:creationId xmlns:a16="http://schemas.microsoft.com/office/drawing/2014/main" id="{1FB14832-61F4-790D-70E2-A2EC3B124919}"/>
              </a:ext>
            </a:extLst>
          </p:cNvPr>
          <p:cNvSpPr txBox="1"/>
          <p:nvPr/>
        </p:nvSpPr>
        <p:spPr>
          <a:xfrm>
            <a:off x="1181100" y="1190754"/>
            <a:ext cx="6461760" cy="3631763"/>
          </a:xfrm>
          <a:prstGeom prst="rect">
            <a:avLst/>
          </a:prstGeom>
          <a:noFill/>
        </p:spPr>
        <p:txBody>
          <a:bodyPr wrap="square" rtlCol="0">
            <a:spAutoFit/>
          </a:bodyPr>
          <a:lstStyle/>
          <a:p>
            <a:pPr marL="285750" indent="-285750" algn="just">
              <a:buFont typeface="Wingdings" panose="05000000000000000000" pitchFamily="2" charset="2"/>
              <a:buChar char="Ø"/>
            </a:pPr>
            <a:r>
              <a:rPr lang="en-US" sz="1800" dirty="0">
                <a:latin typeface="Times New Roman" panose="02020603050405020304" pitchFamily="18" charset="0"/>
                <a:ea typeface="DM Sans"/>
                <a:cs typeface="Times New Roman" panose="02020603050405020304" pitchFamily="18" charset="0"/>
                <a:sym typeface="DM Sans"/>
              </a:rPr>
              <a:t>   Abstract</a:t>
            </a:r>
          </a:p>
          <a:p>
            <a:pPr marL="457200" indent="-457200" algn="just">
              <a:buFont typeface="Wingdings" panose="05000000000000000000" pitchFamily="2" charset="2"/>
              <a:buChar char="Ø"/>
            </a:pPr>
            <a:r>
              <a:rPr lang="en-US" sz="1800" dirty="0">
                <a:latin typeface="Times New Roman" panose="02020603050405020304" pitchFamily="18" charset="0"/>
                <a:ea typeface="DM Sans"/>
                <a:cs typeface="Times New Roman" panose="02020603050405020304" pitchFamily="18" charset="0"/>
                <a:sym typeface="DM Sans"/>
              </a:rPr>
              <a:t>Introduction</a:t>
            </a:r>
          </a:p>
          <a:p>
            <a:pPr marL="457200" indent="-457200" algn="just">
              <a:buFont typeface="Wingdings" panose="05000000000000000000" pitchFamily="2" charset="2"/>
              <a:buChar char="Ø"/>
            </a:pPr>
            <a:r>
              <a:rPr lang="en-US" sz="1800" dirty="0">
                <a:latin typeface="Times New Roman" panose="02020603050405020304" pitchFamily="18" charset="0"/>
                <a:ea typeface="DM Sans"/>
                <a:cs typeface="Times New Roman" panose="02020603050405020304" pitchFamily="18" charset="0"/>
                <a:sym typeface="DM Sans"/>
              </a:rPr>
              <a:t>Literature Survey</a:t>
            </a:r>
          </a:p>
          <a:p>
            <a:pPr marL="457200" indent="-457200" algn="just">
              <a:buFont typeface="Wingdings" panose="05000000000000000000" pitchFamily="2" charset="2"/>
              <a:buChar char="Ø"/>
            </a:pPr>
            <a:r>
              <a:rPr lang="en-US" sz="1800" dirty="0">
                <a:latin typeface="Times New Roman" panose="02020603050405020304" pitchFamily="18" charset="0"/>
                <a:ea typeface="DM Sans"/>
                <a:cs typeface="Times New Roman" panose="02020603050405020304" pitchFamily="18" charset="0"/>
                <a:sym typeface="DM Sans"/>
              </a:rPr>
              <a:t>Limitations of Existing System</a:t>
            </a:r>
          </a:p>
          <a:p>
            <a:pPr marL="457200" indent="-457200" algn="just">
              <a:buFont typeface="Wingdings" panose="05000000000000000000" pitchFamily="2" charset="2"/>
              <a:buChar char="Ø"/>
            </a:pPr>
            <a:r>
              <a:rPr lang="en-US" sz="1800" dirty="0">
                <a:latin typeface="Times New Roman" panose="02020603050405020304" pitchFamily="18" charset="0"/>
                <a:ea typeface="DM Sans"/>
                <a:cs typeface="Times New Roman" panose="02020603050405020304" pitchFamily="18" charset="0"/>
                <a:sym typeface="DM Sans"/>
              </a:rPr>
              <a:t>Problem Statement</a:t>
            </a:r>
          </a:p>
          <a:p>
            <a:pPr marL="457200" indent="-457200" algn="just">
              <a:buFont typeface="Wingdings" panose="05000000000000000000" pitchFamily="2" charset="2"/>
              <a:buChar char="Ø"/>
            </a:pPr>
            <a:r>
              <a:rPr lang="en-US" sz="1800" dirty="0">
                <a:latin typeface="Times New Roman" panose="02020603050405020304" pitchFamily="18" charset="0"/>
                <a:ea typeface="DM Sans"/>
                <a:cs typeface="Times New Roman" panose="02020603050405020304" pitchFamily="18" charset="0"/>
                <a:sym typeface="DM Sans"/>
              </a:rPr>
              <a:t>Objective</a:t>
            </a:r>
          </a:p>
          <a:p>
            <a:pPr marL="457200" indent="-457200" algn="just">
              <a:buFont typeface="Wingdings" panose="05000000000000000000" pitchFamily="2" charset="2"/>
              <a:buChar char="Ø"/>
            </a:pPr>
            <a:r>
              <a:rPr lang="en-US" sz="1800" dirty="0">
                <a:latin typeface="Times New Roman" panose="02020603050405020304" pitchFamily="18" charset="0"/>
                <a:ea typeface="DM Sans"/>
                <a:cs typeface="Times New Roman" panose="02020603050405020304" pitchFamily="18" charset="0"/>
                <a:sym typeface="DM Sans"/>
              </a:rPr>
              <a:t>Scope</a:t>
            </a:r>
          </a:p>
          <a:p>
            <a:pPr marL="457200" indent="-457200" algn="just">
              <a:buFont typeface="Wingdings" panose="05000000000000000000" pitchFamily="2" charset="2"/>
              <a:buChar char="Ø"/>
            </a:pPr>
            <a:r>
              <a:rPr lang="en-US" sz="1800" dirty="0">
                <a:latin typeface="Times New Roman" panose="02020603050405020304" pitchFamily="18" charset="0"/>
                <a:ea typeface="DM Sans"/>
                <a:cs typeface="Times New Roman" panose="02020603050405020304" pitchFamily="18" charset="0"/>
                <a:sym typeface="DM Sans"/>
              </a:rPr>
              <a:t>Flowchart</a:t>
            </a:r>
          </a:p>
          <a:p>
            <a:pPr marL="457200" indent="-457200" algn="just">
              <a:buFont typeface="Wingdings" panose="05000000000000000000" pitchFamily="2" charset="2"/>
              <a:buChar char="Ø"/>
            </a:pPr>
            <a:r>
              <a:rPr lang="en-US" sz="1800" dirty="0">
                <a:latin typeface="Times New Roman" panose="02020603050405020304" pitchFamily="18" charset="0"/>
                <a:ea typeface="DM Sans"/>
                <a:cs typeface="Times New Roman" panose="02020603050405020304" pitchFamily="18" charset="0"/>
                <a:sym typeface="DM Sans"/>
              </a:rPr>
              <a:t>Experimental Setup</a:t>
            </a:r>
          </a:p>
          <a:p>
            <a:pPr marL="457200" indent="-457200" algn="just">
              <a:buFont typeface="Wingdings" panose="05000000000000000000" pitchFamily="2" charset="2"/>
              <a:buChar char="Ø"/>
            </a:pPr>
            <a:r>
              <a:rPr lang="en-US" sz="1800" dirty="0">
                <a:latin typeface="Times New Roman" panose="02020603050405020304" pitchFamily="18" charset="0"/>
                <a:ea typeface="DM Sans"/>
                <a:cs typeface="Times New Roman" panose="02020603050405020304" pitchFamily="18" charset="0"/>
                <a:sym typeface="DM Sans"/>
              </a:rPr>
              <a:t>Implementation</a:t>
            </a:r>
          </a:p>
          <a:p>
            <a:pPr marL="457200" indent="-457200" algn="just">
              <a:buFont typeface="Wingdings" panose="05000000000000000000" pitchFamily="2" charset="2"/>
              <a:buChar char="Ø"/>
            </a:pPr>
            <a:r>
              <a:rPr lang="en-US" sz="1800" dirty="0">
                <a:latin typeface="Times New Roman" panose="02020603050405020304" pitchFamily="18" charset="0"/>
                <a:ea typeface="DM Sans"/>
                <a:cs typeface="Times New Roman" panose="02020603050405020304" pitchFamily="18" charset="0"/>
                <a:sym typeface="DM Sans"/>
              </a:rPr>
              <a:t>Conclusion</a:t>
            </a:r>
          </a:p>
          <a:p>
            <a:pPr marL="457200" indent="-457200" algn="just">
              <a:buFont typeface="Wingdings" panose="05000000000000000000" pitchFamily="2" charset="2"/>
              <a:buChar char="Ø"/>
            </a:pPr>
            <a:r>
              <a:rPr lang="en-US" sz="1800" dirty="0">
                <a:latin typeface="Times New Roman" panose="02020603050405020304" pitchFamily="18" charset="0"/>
                <a:ea typeface="DM Sans"/>
                <a:cs typeface="Times New Roman" panose="02020603050405020304" pitchFamily="18" charset="0"/>
                <a:sym typeface="DM Sans"/>
              </a:rPr>
              <a:t>References</a:t>
            </a:r>
          </a:p>
          <a:p>
            <a:endParaRPr lang="en-IN" dirty="0"/>
          </a:p>
        </p:txBody>
      </p:sp>
      <p:pic>
        <p:nvPicPr>
          <p:cNvPr id="28" name="Google Shape;31;p1">
            <a:extLst>
              <a:ext uri="{FF2B5EF4-FFF2-40B4-BE49-F238E27FC236}">
                <a16:creationId xmlns:a16="http://schemas.microsoft.com/office/drawing/2014/main" id="{4C820045-F528-82EF-CE04-2107A88E0C00}"/>
              </a:ext>
            </a:extLst>
          </p:cNvPr>
          <p:cNvPicPr preferRelativeResize="0"/>
          <p:nvPr/>
        </p:nvPicPr>
        <p:blipFill rotWithShape="1">
          <a:blip r:embed="rId3">
            <a:alphaModFix/>
          </a:blip>
          <a:srcRect/>
          <a:stretch/>
        </p:blipFill>
        <p:spPr>
          <a:xfrm>
            <a:off x="8265253" y="-4941"/>
            <a:ext cx="865007" cy="911364"/>
          </a:xfrm>
          <a:prstGeom prst="rect">
            <a:avLst/>
          </a:prstGeom>
          <a:noFill/>
          <a:ln>
            <a:noFill/>
          </a:ln>
        </p:spPr>
      </p:pic>
      <p:sp>
        <p:nvSpPr>
          <p:cNvPr id="10" name="Freeform 5"/>
          <p:cNvSpPr/>
          <p:nvPr/>
        </p:nvSpPr>
        <p:spPr>
          <a:xfrm rot="1079160">
            <a:off x="7340910" y="3362650"/>
            <a:ext cx="1584968" cy="1574616"/>
          </a:xfrm>
          <a:custGeom>
            <a:avLst/>
            <a:gdLst/>
            <a:ahLst/>
            <a:cxnLst/>
            <a:rect l="l" t="t" r="r" b="b"/>
            <a:pathLst>
              <a:path w="3760839" h="4114800">
                <a:moveTo>
                  <a:pt x="0" y="0"/>
                </a:moveTo>
                <a:lnTo>
                  <a:pt x="3760838" y="0"/>
                </a:lnTo>
                <a:lnTo>
                  <a:pt x="376083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 name="Freeform 38">
            <a:extLst>
              <a:ext uri="{FF2B5EF4-FFF2-40B4-BE49-F238E27FC236}">
                <a16:creationId xmlns:a16="http://schemas.microsoft.com/office/drawing/2014/main" id="{6E60D175-6441-118C-6192-18E8DB960978}"/>
              </a:ext>
            </a:extLst>
          </p:cNvPr>
          <p:cNvSpPr/>
          <p:nvPr/>
        </p:nvSpPr>
        <p:spPr>
          <a:xfrm>
            <a:off x="0" y="-61603"/>
            <a:ext cx="2027568" cy="1449032"/>
          </a:xfrm>
          <a:custGeom>
            <a:avLst/>
            <a:gdLst/>
            <a:ahLst/>
            <a:cxnLst/>
            <a:rect l="l" t="t" r="r" b="b"/>
            <a:pathLst>
              <a:path w="4235977" h="2757432">
                <a:moveTo>
                  <a:pt x="0" y="0"/>
                </a:moveTo>
                <a:lnTo>
                  <a:pt x="4235977" y="0"/>
                </a:lnTo>
                <a:lnTo>
                  <a:pt x="4235977" y="2757432"/>
                </a:lnTo>
                <a:lnTo>
                  <a:pt x="0" y="27574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9"/>
          <p:cNvSpPr/>
          <p:nvPr/>
        </p:nvSpPr>
        <p:spPr>
          <a:xfrm>
            <a:off x="3116225" y="313134"/>
            <a:ext cx="2403000" cy="677100"/>
          </a:xfrm>
          <a:prstGeom prst="roundRect">
            <a:avLst>
              <a:gd name="adj" fmla="val 26636"/>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9"/>
          <p:cNvSpPr txBox="1">
            <a:spLocks noGrp="1"/>
          </p:cNvSpPr>
          <p:nvPr>
            <p:ph type="title"/>
          </p:nvPr>
        </p:nvSpPr>
        <p:spPr>
          <a:xfrm>
            <a:off x="3157325" y="423084"/>
            <a:ext cx="24030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solidFill>
                  <a:srgbClr val="1F497D"/>
                </a:solidFill>
                <a:latin typeface="Times New Roman" panose="02020603050405020304" pitchFamily="18" charset="0"/>
                <a:cs typeface="Times New Roman" panose="02020603050405020304" pitchFamily="18" charset="0"/>
              </a:rPr>
              <a:t>Abstract</a:t>
            </a:r>
            <a:endParaRPr sz="2800" dirty="0">
              <a:solidFill>
                <a:srgbClr val="1F497D"/>
              </a:solidFill>
              <a:latin typeface="Times New Roman" panose="02020603050405020304" pitchFamily="18" charset="0"/>
              <a:cs typeface="Times New Roman" panose="02020603050405020304" pitchFamily="18" charset="0"/>
            </a:endParaRPr>
          </a:p>
        </p:txBody>
      </p:sp>
      <p:sp>
        <p:nvSpPr>
          <p:cNvPr id="348" name="Google Shape;348;p39"/>
          <p:cNvSpPr/>
          <p:nvPr/>
        </p:nvSpPr>
        <p:spPr>
          <a:xfrm rot="5670599">
            <a:off x="1512394" y="1017289"/>
            <a:ext cx="343983" cy="309040"/>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Subtitle 2">
            <a:extLst>
              <a:ext uri="{FF2B5EF4-FFF2-40B4-BE49-F238E27FC236}">
                <a16:creationId xmlns:a16="http://schemas.microsoft.com/office/drawing/2014/main" id="{3D7C09B2-7E95-9FFF-3DD2-29F457044C24}"/>
              </a:ext>
            </a:extLst>
          </p:cNvPr>
          <p:cNvSpPr>
            <a:spLocks noGrp="1"/>
          </p:cNvSpPr>
          <p:nvPr>
            <p:ph type="subTitle" idx="1"/>
          </p:nvPr>
        </p:nvSpPr>
        <p:spPr>
          <a:xfrm>
            <a:off x="144780" y="1570617"/>
            <a:ext cx="5481468" cy="3428103"/>
          </a:xfrm>
        </p:spPr>
        <p:txBody>
          <a:bodyPr/>
          <a:lstStyle/>
          <a:p>
            <a:pPr algn="just"/>
            <a:r>
              <a:rPr lang="en-GB"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A </a:t>
            </a:r>
            <a:r>
              <a:rPr lang="en-GB" sz="1800" b="1" dirty="0">
                <a:latin typeface="Times New Roman" panose="02020603050405020304" pitchFamily="18" charset="0"/>
                <a:cs typeface="Times New Roman" panose="02020603050405020304" pitchFamily="18" charset="0"/>
              </a:rPr>
              <a:t>Movie and Song Recommendation System</a:t>
            </a:r>
            <a:r>
              <a:rPr lang="en-GB" sz="1800" dirty="0">
                <a:latin typeface="Times New Roman" panose="02020603050405020304" pitchFamily="18" charset="0"/>
                <a:cs typeface="Times New Roman" panose="02020603050405020304" pitchFamily="18" charset="0"/>
              </a:rPr>
              <a:t> is designed to suggest personalized content by </a:t>
            </a:r>
            <a:r>
              <a:rPr lang="en-GB" sz="1800" dirty="0" err="1">
                <a:latin typeface="Times New Roman" panose="02020603050405020304" pitchFamily="18" charset="0"/>
                <a:cs typeface="Times New Roman" panose="02020603050405020304" pitchFamily="18" charset="0"/>
              </a:rPr>
              <a:t>analyzing</a:t>
            </a:r>
            <a:r>
              <a:rPr lang="en-GB" sz="1800" dirty="0">
                <a:latin typeface="Times New Roman" panose="02020603050405020304" pitchFamily="18" charset="0"/>
                <a:cs typeface="Times New Roman" panose="02020603050405020304" pitchFamily="18" charset="0"/>
              </a:rPr>
              <a:t> user preferences, past interactions, and behaviour. It utilizes techniques such as </a:t>
            </a:r>
            <a:r>
              <a:rPr lang="en-GB" sz="1800" b="1" dirty="0">
                <a:latin typeface="Times New Roman" panose="02020603050405020304" pitchFamily="18" charset="0"/>
                <a:cs typeface="Times New Roman" panose="02020603050405020304" pitchFamily="18" charset="0"/>
              </a:rPr>
              <a:t>collaborative filtering and content-based filtering </a:t>
            </a:r>
            <a:r>
              <a:rPr lang="en-GB" sz="1800" dirty="0">
                <a:latin typeface="Times New Roman" panose="02020603050405020304" pitchFamily="18" charset="0"/>
                <a:cs typeface="Times New Roman" panose="02020603050405020304" pitchFamily="18" charset="0"/>
              </a:rPr>
              <a:t>to improve recommendation accuracy. By reducing search time and providing relevant recommendations, such systems improve engagement and satisfaction, making entertainment more enjoyable and accessible.</a:t>
            </a:r>
            <a:endParaRPr lang="en-IN" sz="1800" dirty="0">
              <a:latin typeface="Times New Roman" panose="02020603050405020304" pitchFamily="18" charset="0"/>
              <a:cs typeface="Times New Roman" panose="02020603050405020304" pitchFamily="18" charset="0"/>
            </a:endParaRPr>
          </a:p>
        </p:txBody>
      </p:sp>
      <p:pic>
        <p:nvPicPr>
          <p:cNvPr id="4" name="Google Shape;31;p1">
            <a:extLst>
              <a:ext uri="{FF2B5EF4-FFF2-40B4-BE49-F238E27FC236}">
                <a16:creationId xmlns:a16="http://schemas.microsoft.com/office/drawing/2014/main" id="{4768F13B-AB0C-E4DA-DC6E-0CF305F91D49}"/>
              </a:ext>
            </a:extLst>
          </p:cNvPr>
          <p:cNvPicPr preferRelativeResize="0"/>
          <p:nvPr/>
        </p:nvPicPr>
        <p:blipFill rotWithShape="1">
          <a:blip r:embed="rId3">
            <a:alphaModFix/>
          </a:blip>
          <a:srcRect/>
          <a:stretch/>
        </p:blipFill>
        <p:spPr>
          <a:xfrm>
            <a:off x="8265253" y="-4941"/>
            <a:ext cx="865007" cy="911364"/>
          </a:xfrm>
          <a:prstGeom prst="rect">
            <a:avLst/>
          </a:prstGeom>
          <a:noFill/>
          <a:ln>
            <a:noFill/>
          </a:ln>
        </p:spPr>
      </p:pic>
      <p:sp>
        <p:nvSpPr>
          <p:cNvPr id="12" name="Freeform 10"/>
          <p:cNvSpPr/>
          <p:nvPr/>
        </p:nvSpPr>
        <p:spPr>
          <a:xfrm rot="-1036282">
            <a:off x="6393198" y="1913497"/>
            <a:ext cx="2768206" cy="3018630"/>
          </a:xfrm>
          <a:custGeom>
            <a:avLst/>
            <a:gdLst/>
            <a:ahLst/>
            <a:cxnLst/>
            <a:rect l="l" t="t" r="r" b="b"/>
            <a:pathLst>
              <a:path w="5396653" h="6032843">
                <a:moveTo>
                  <a:pt x="0" y="0"/>
                </a:moveTo>
                <a:lnTo>
                  <a:pt x="5396652" y="0"/>
                </a:lnTo>
                <a:lnTo>
                  <a:pt x="5396652" y="6032843"/>
                </a:lnTo>
                <a:lnTo>
                  <a:pt x="0" y="60328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6"/>
          <p:cNvSpPr/>
          <p:nvPr/>
        </p:nvSpPr>
        <p:spPr>
          <a:xfrm rot="-1312564">
            <a:off x="-862907" y="-286073"/>
            <a:ext cx="2548407" cy="1473626"/>
          </a:xfrm>
          <a:custGeom>
            <a:avLst/>
            <a:gdLst/>
            <a:ahLst/>
            <a:cxnLst/>
            <a:rect l="l" t="t" r="r" b="b"/>
            <a:pathLst>
              <a:path w="5479065" h="4114800">
                <a:moveTo>
                  <a:pt x="0" y="0"/>
                </a:moveTo>
                <a:lnTo>
                  <a:pt x="5479066" y="0"/>
                </a:lnTo>
                <a:lnTo>
                  <a:pt x="5479066"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40"/>
          <p:cNvSpPr/>
          <p:nvPr/>
        </p:nvSpPr>
        <p:spPr>
          <a:xfrm>
            <a:off x="1340785" y="1114984"/>
            <a:ext cx="6130035" cy="3888440"/>
          </a:xfrm>
          <a:prstGeom prst="roundRect">
            <a:avLst>
              <a:gd name="adj" fmla="val 7362"/>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40"/>
          <p:cNvSpPr txBox="1">
            <a:spLocks noGrp="1"/>
          </p:cNvSpPr>
          <p:nvPr>
            <p:ph type="title"/>
          </p:nvPr>
        </p:nvSpPr>
        <p:spPr>
          <a:xfrm>
            <a:off x="1284970" y="1165939"/>
            <a:ext cx="6130035" cy="3651477"/>
          </a:xfrm>
          <a:prstGeom prst="rect">
            <a:avLst/>
          </a:prstGeom>
        </p:spPr>
        <p:txBody>
          <a:bodyPr spcFirstLastPara="1" wrap="square" lIns="91425" tIns="91425" rIns="91425" bIns="91425" anchor="t" anchorCtr="0">
            <a:noAutofit/>
          </a:bodyPr>
          <a:lstStyle/>
          <a:p>
            <a:pPr marR="0" lvl="0" algn="l" defTabSz="914400" rtl="0" eaLnBrk="0" fontAlgn="base" latinLnBrk="0" hangingPunct="0">
              <a:lnSpc>
                <a:spcPct val="100000"/>
              </a:lnSpc>
              <a:spcBef>
                <a:spcPct val="0"/>
              </a:spcBef>
              <a:spcAft>
                <a:spcPct val="0"/>
              </a:spcAft>
              <a:buClrTx/>
              <a:buSzTx/>
              <a:tabLst/>
            </a:pPr>
            <a:r>
              <a:rPr lang="en-GB" sz="2000" b="0" dirty="0">
                <a:solidFill>
                  <a:schemeClr val="accent4"/>
                </a:solidFill>
                <a:latin typeface="Times New Roman" panose="02020603050405020304" pitchFamily="18" charset="0"/>
                <a:cs typeface="Times New Roman" panose="02020603050405020304" pitchFamily="18" charset="0"/>
              </a:rPr>
              <a:t>With the rise of digital entertainment, finding the right movies and songs can be overwhelming.</a:t>
            </a:r>
            <a:br>
              <a:rPr lang="en-GB" sz="2000" b="0" dirty="0">
                <a:solidFill>
                  <a:schemeClr val="accent4"/>
                </a:solidFill>
                <a:latin typeface="Times New Roman" panose="02020603050405020304" pitchFamily="18" charset="0"/>
                <a:cs typeface="Times New Roman" panose="02020603050405020304" pitchFamily="18" charset="0"/>
              </a:rPr>
            </a:br>
            <a:r>
              <a:rPr lang="en-GB" sz="2000" b="0" dirty="0">
                <a:solidFill>
                  <a:schemeClr val="accent4"/>
                </a:solidFill>
                <a:latin typeface="Times New Roman" panose="02020603050405020304" pitchFamily="18" charset="0"/>
                <a:cs typeface="Times New Roman" panose="02020603050405020304" pitchFamily="18" charset="0"/>
              </a:rPr>
              <a:t> A Movie and Song Recommendation System simplifies this by using AI and machine learning to  suggest content.</a:t>
            </a:r>
            <a:br>
              <a:rPr lang="en-GB" sz="2000" b="0" dirty="0">
                <a:solidFill>
                  <a:schemeClr val="accent4"/>
                </a:solidFill>
                <a:latin typeface="Times New Roman" panose="02020603050405020304" pitchFamily="18" charset="0"/>
                <a:cs typeface="Times New Roman" panose="02020603050405020304" pitchFamily="18" charset="0"/>
              </a:rPr>
            </a:br>
            <a:r>
              <a:rPr lang="en-GB" sz="2000" b="0" dirty="0">
                <a:solidFill>
                  <a:schemeClr val="accent4"/>
                </a:solidFill>
                <a:latin typeface="Times New Roman" panose="02020603050405020304" pitchFamily="18" charset="0"/>
                <a:cs typeface="Times New Roman" panose="02020603050405020304" pitchFamily="18" charset="0"/>
              </a:rPr>
              <a:t> Platforms like Netflix and Spotify use these systems to enhance user experience by providing personalized recommendations, and entertainment more enjoyable.</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b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1" i="0" u="none" strike="noStrike" cap="none" normalizeH="0" baseline="0" dirty="0">
                <a:ln>
                  <a:noFill/>
                </a:ln>
                <a:solidFill>
                  <a:schemeClr val="accent4"/>
                </a:solidFill>
                <a:effectLst/>
                <a:latin typeface="Times New Roman" panose="02020603050405020304" pitchFamily="18" charset="0"/>
                <a:cs typeface="Times New Roman" panose="02020603050405020304" pitchFamily="18" charset="0"/>
              </a:rPr>
              <a:t>Chatbot integration</a:t>
            </a:r>
            <a:r>
              <a:rPr kumimoji="0" lang="en-US" altLang="en-US" sz="2000" b="0" i="0" u="none" strike="noStrike" cap="none" normalizeH="0" baseline="0" dirty="0">
                <a:ln>
                  <a:noFill/>
                </a:ln>
                <a:solidFill>
                  <a:schemeClr val="accent4"/>
                </a:solidFill>
                <a:effectLst/>
                <a:latin typeface="Times New Roman" panose="02020603050405020304" pitchFamily="18" charset="0"/>
                <a:cs typeface="Times New Roman" panose="02020603050405020304" pitchFamily="18" charset="0"/>
              </a:rPr>
              <a:t> for interactive recommendations. </a:t>
            </a:r>
            <a:br>
              <a:rPr kumimoji="0" lang="en-US" altLang="en-US" sz="2000" b="0" i="0" u="none" strike="noStrike" cap="none" normalizeH="0" baseline="0" dirty="0">
                <a:ln>
                  <a:noFill/>
                </a:ln>
                <a:solidFill>
                  <a:schemeClr val="accent4"/>
                </a:solidFill>
                <a:effectLst/>
                <a:latin typeface="Times New Roman" panose="02020603050405020304" pitchFamily="18" charset="0"/>
                <a:cs typeface="Times New Roman" panose="02020603050405020304" pitchFamily="18" charset="0"/>
              </a:rPr>
            </a:br>
            <a:r>
              <a:rPr kumimoji="0" lang="en-US" altLang="en-US" sz="2000" b="1" i="0" u="none" strike="noStrike" cap="none" normalizeH="0" baseline="0" dirty="0">
                <a:ln>
                  <a:noFill/>
                </a:ln>
                <a:solidFill>
                  <a:schemeClr val="accent4"/>
                </a:solidFill>
                <a:effectLst/>
                <a:latin typeface="Times New Roman" panose="02020603050405020304" pitchFamily="18" charset="0"/>
                <a:cs typeface="Times New Roman" panose="02020603050405020304" pitchFamily="18" charset="0"/>
              </a:rPr>
              <a:t>User preference-based filtering</a:t>
            </a:r>
            <a:r>
              <a:rPr kumimoji="0" lang="en-US" altLang="en-US" sz="2000" b="0" i="0" u="none" strike="noStrike" cap="none" normalizeH="0" baseline="0" dirty="0">
                <a:ln>
                  <a:noFill/>
                </a:ln>
                <a:solidFill>
                  <a:schemeClr val="accent4"/>
                </a:solidFill>
                <a:effectLst/>
                <a:latin typeface="Times New Roman" panose="02020603050405020304" pitchFamily="18" charset="0"/>
                <a:cs typeface="Times New Roman" panose="02020603050405020304" pitchFamily="18" charset="0"/>
              </a:rPr>
              <a:t> for accuracy. </a:t>
            </a:r>
            <a:br>
              <a:rPr kumimoji="0" lang="en-US" altLang="en-US" sz="2000" b="0" i="0" u="none" strike="noStrike" cap="none" normalizeH="0" baseline="0" dirty="0">
                <a:ln>
                  <a:noFill/>
                </a:ln>
                <a:solidFill>
                  <a:schemeClr val="accent4"/>
                </a:solidFill>
                <a:effectLst/>
                <a:latin typeface="Times New Roman" panose="02020603050405020304" pitchFamily="18" charset="0"/>
                <a:cs typeface="Times New Roman" panose="02020603050405020304" pitchFamily="18" charset="0"/>
              </a:rPr>
            </a:br>
            <a:r>
              <a:rPr kumimoji="0" lang="en-US" altLang="en-US" sz="2000" b="1" i="0" u="none" strike="noStrike" cap="none" normalizeH="0" baseline="0" dirty="0">
                <a:ln>
                  <a:noFill/>
                </a:ln>
                <a:solidFill>
                  <a:schemeClr val="accent4"/>
                </a:solidFill>
                <a:effectLst/>
                <a:latin typeface="Times New Roman" panose="02020603050405020304" pitchFamily="18" charset="0"/>
                <a:cs typeface="Times New Roman" panose="02020603050405020304" pitchFamily="18" charset="0"/>
              </a:rPr>
              <a:t>Enhances engagement</a:t>
            </a:r>
            <a:r>
              <a:rPr kumimoji="0" lang="en-US" altLang="en-US" sz="2000" b="0" i="0" u="none" strike="noStrike" cap="none" normalizeH="0" baseline="0" dirty="0">
                <a:ln>
                  <a:noFill/>
                </a:ln>
                <a:solidFill>
                  <a:schemeClr val="accent4"/>
                </a:solidFill>
                <a:effectLst/>
                <a:latin typeface="Times New Roman" panose="02020603050405020304" pitchFamily="18" charset="0"/>
                <a:cs typeface="Times New Roman" panose="02020603050405020304" pitchFamily="18" charset="0"/>
              </a:rPr>
              <a:t> with a seamless entertainment experience </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sz="2000" b="0" dirty="0">
              <a:solidFill>
                <a:schemeClr val="accent4"/>
              </a:solidFill>
              <a:latin typeface="Times New Roman" panose="02020603050405020304" pitchFamily="18" charset="0"/>
              <a:cs typeface="Times New Roman" panose="02020603050405020304" pitchFamily="18" charset="0"/>
            </a:endParaRPr>
          </a:p>
        </p:txBody>
      </p:sp>
      <p:sp>
        <p:nvSpPr>
          <p:cNvPr id="383" name="Google Shape;383;p40"/>
          <p:cNvSpPr/>
          <p:nvPr/>
        </p:nvSpPr>
        <p:spPr>
          <a:xfrm rot="5670599">
            <a:off x="1206294" y="3400989"/>
            <a:ext cx="343983" cy="309040"/>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40"/>
          <p:cNvSpPr/>
          <p:nvPr/>
        </p:nvSpPr>
        <p:spPr>
          <a:xfrm rot="10406499">
            <a:off x="7838359" y="841023"/>
            <a:ext cx="257951" cy="231748"/>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Subtitle 2">
            <a:extLst>
              <a:ext uri="{FF2B5EF4-FFF2-40B4-BE49-F238E27FC236}">
                <a16:creationId xmlns:a16="http://schemas.microsoft.com/office/drawing/2014/main" id="{0F11D30B-C84E-410D-32BF-B74F2FA90F54}"/>
              </a:ext>
            </a:extLst>
          </p:cNvPr>
          <p:cNvSpPr>
            <a:spLocks noGrp="1"/>
          </p:cNvSpPr>
          <p:nvPr>
            <p:ph type="subTitle" idx="1"/>
          </p:nvPr>
        </p:nvSpPr>
        <p:spPr>
          <a:xfrm>
            <a:off x="2300400" y="401893"/>
            <a:ext cx="4543200" cy="470400"/>
          </a:xfrm>
          <a:noFill/>
        </p:spPr>
        <p:txBody>
          <a:bodyPr/>
          <a:lstStyle/>
          <a:p>
            <a:r>
              <a:rPr lang="en-US" sz="2800" dirty="0">
                <a:solidFill>
                  <a:srgbClr val="1F497D"/>
                </a:solidFill>
                <a:latin typeface="Times New Roman" panose="02020603050405020304" pitchFamily="18" charset="0"/>
                <a:cs typeface="Times New Roman" panose="02020603050405020304" pitchFamily="18" charset="0"/>
              </a:rPr>
              <a:t>Introduction</a:t>
            </a:r>
            <a:endParaRPr lang="en-IN" sz="2800" dirty="0">
              <a:solidFill>
                <a:srgbClr val="1F497D"/>
              </a:solidFill>
              <a:latin typeface="Times New Roman" panose="02020603050405020304" pitchFamily="18" charset="0"/>
              <a:cs typeface="Times New Roman" panose="02020603050405020304" pitchFamily="18" charset="0"/>
            </a:endParaRPr>
          </a:p>
        </p:txBody>
      </p:sp>
      <p:pic>
        <p:nvPicPr>
          <p:cNvPr id="4" name="Google Shape;31;p1">
            <a:extLst>
              <a:ext uri="{FF2B5EF4-FFF2-40B4-BE49-F238E27FC236}">
                <a16:creationId xmlns:a16="http://schemas.microsoft.com/office/drawing/2014/main" id="{9EDF27CB-3D1C-745C-B7BB-E3BA04E44113}"/>
              </a:ext>
            </a:extLst>
          </p:cNvPr>
          <p:cNvPicPr preferRelativeResize="0"/>
          <p:nvPr/>
        </p:nvPicPr>
        <p:blipFill rotWithShape="1">
          <a:blip r:embed="rId3">
            <a:alphaModFix/>
          </a:blip>
          <a:srcRect/>
          <a:stretch/>
        </p:blipFill>
        <p:spPr>
          <a:xfrm>
            <a:off x="8265253" y="-4941"/>
            <a:ext cx="865007" cy="911364"/>
          </a:xfrm>
          <a:prstGeom prst="rect">
            <a:avLst/>
          </a:prstGeom>
          <a:noFill/>
          <a:ln>
            <a:noFill/>
          </a:ln>
        </p:spPr>
      </p:pic>
      <p:sp>
        <p:nvSpPr>
          <p:cNvPr id="5" name="Google Shape;299;p38">
            <a:extLst>
              <a:ext uri="{FF2B5EF4-FFF2-40B4-BE49-F238E27FC236}">
                <a16:creationId xmlns:a16="http://schemas.microsoft.com/office/drawing/2014/main" id="{CD734E0F-2C74-C66C-520E-A59985861B8E}"/>
              </a:ext>
            </a:extLst>
          </p:cNvPr>
          <p:cNvSpPr/>
          <p:nvPr/>
        </p:nvSpPr>
        <p:spPr>
          <a:xfrm>
            <a:off x="1348741" y="371372"/>
            <a:ext cx="6114124" cy="533615"/>
          </a:xfrm>
          <a:prstGeom prst="roundRect">
            <a:avLst>
              <a:gd name="adj" fmla="val 26636"/>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p:cNvPicPr>
            <a:picLocks noChangeAspect="1"/>
          </p:cNvPicPr>
          <p:nvPr/>
        </p:nvPicPr>
        <p:blipFill>
          <a:blip r:embed="rId4"/>
          <a:stretch>
            <a:fillRect/>
          </a:stretch>
        </p:blipFill>
        <p:spPr>
          <a:xfrm>
            <a:off x="-327145" y="-320337"/>
            <a:ext cx="2060555" cy="1914859"/>
          </a:xfrm>
          <a:prstGeom prst="rect">
            <a:avLst/>
          </a:prstGeom>
        </p:spPr>
      </p:pic>
      <p:pic>
        <p:nvPicPr>
          <p:cNvPr id="6" name="Picture 5"/>
          <p:cNvPicPr>
            <a:picLocks noChangeAspect="1"/>
          </p:cNvPicPr>
          <p:nvPr/>
        </p:nvPicPr>
        <p:blipFill>
          <a:blip r:embed="rId5"/>
          <a:stretch>
            <a:fillRect/>
          </a:stretch>
        </p:blipFill>
        <p:spPr>
          <a:xfrm>
            <a:off x="7022380" y="2928147"/>
            <a:ext cx="2094168" cy="210857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90" name="Google Shape;390;p41"/>
          <p:cNvSpPr txBox="1">
            <a:spLocks noGrp="1"/>
          </p:cNvSpPr>
          <p:nvPr>
            <p:ph type="title"/>
          </p:nvPr>
        </p:nvSpPr>
        <p:spPr>
          <a:xfrm>
            <a:off x="850410" y="-1518"/>
            <a:ext cx="77175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u="sng" dirty="0">
                <a:solidFill>
                  <a:srgbClr val="1F497D"/>
                </a:solidFill>
                <a:latin typeface="Times New Roman" panose="02020603050405020304" pitchFamily="18" charset="0"/>
                <a:cs typeface="Times New Roman" panose="02020603050405020304" pitchFamily="18" charset="0"/>
              </a:rPr>
              <a:t>Literature Survey</a:t>
            </a:r>
            <a:endParaRPr sz="2800" u="sng" dirty="0">
              <a:solidFill>
                <a:srgbClr val="1F497D"/>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2CBAA48A-31A0-21B8-FE24-A87AEC50E8F5}"/>
              </a:ext>
            </a:extLst>
          </p:cNvPr>
          <p:cNvGraphicFramePr>
            <a:graphicFrameLocks noGrp="1"/>
          </p:cNvGraphicFramePr>
          <p:nvPr>
            <p:extLst>
              <p:ext uri="{D42A27DB-BD31-4B8C-83A1-F6EECF244321}">
                <p14:modId xmlns:p14="http://schemas.microsoft.com/office/powerpoint/2010/main" val="4013740560"/>
              </p:ext>
            </p:extLst>
          </p:nvPr>
        </p:nvGraphicFramePr>
        <p:xfrm>
          <a:off x="234778" y="455683"/>
          <a:ext cx="8661572" cy="4504938"/>
        </p:xfrm>
        <a:graphic>
          <a:graphicData uri="http://schemas.openxmlformats.org/drawingml/2006/table">
            <a:tbl>
              <a:tblPr firstRow="1" bandRow="1">
                <a:tableStyleId>{5C8EDCE0-E580-46C9-8AE7-333EC4BB7B8B}</a:tableStyleId>
              </a:tblPr>
              <a:tblGrid>
                <a:gridCol w="732609">
                  <a:extLst>
                    <a:ext uri="{9D8B030D-6E8A-4147-A177-3AD203B41FA5}">
                      <a16:colId xmlns:a16="http://schemas.microsoft.com/office/drawing/2014/main" val="1623505422"/>
                    </a:ext>
                  </a:extLst>
                </a:gridCol>
                <a:gridCol w="2651891">
                  <a:extLst>
                    <a:ext uri="{9D8B030D-6E8A-4147-A177-3AD203B41FA5}">
                      <a16:colId xmlns:a16="http://schemas.microsoft.com/office/drawing/2014/main" val="574418617"/>
                    </a:ext>
                  </a:extLst>
                </a:gridCol>
                <a:gridCol w="904314">
                  <a:extLst>
                    <a:ext uri="{9D8B030D-6E8A-4147-A177-3AD203B41FA5}">
                      <a16:colId xmlns:a16="http://schemas.microsoft.com/office/drawing/2014/main" val="309909365"/>
                    </a:ext>
                  </a:extLst>
                </a:gridCol>
                <a:gridCol w="2375276">
                  <a:extLst>
                    <a:ext uri="{9D8B030D-6E8A-4147-A177-3AD203B41FA5}">
                      <a16:colId xmlns:a16="http://schemas.microsoft.com/office/drawing/2014/main" val="584377804"/>
                    </a:ext>
                  </a:extLst>
                </a:gridCol>
                <a:gridCol w="1997482">
                  <a:extLst>
                    <a:ext uri="{9D8B030D-6E8A-4147-A177-3AD203B41FA5}">
                      <a16:colId xmlns:a16="http://schemas.microsoft.com/office/drawing/2014/main" val="86691623"/>
                    </a:ext>
                  </a:extLst>
                </a:gridCol>
              </a:tblGrid>
              <a:tr h="888728">
                <a:tc>
                  <a:txBody>
                    <a:bodyPr/>
                    <a:lstStyle/>
                    <a:p>
                      <a:pPr algn="ctr">
                        <a:lnSpc>
                          <a:spcPct val="115000"/>
                        </a:lnSpc>
                        <a:spcBef>
                          <a:spcPts val="1200"/>
                        </a:spcBef>
                        <a:spcAft>
                          <a:spcPts val="1200"/>
                        </a:spcAft>
                      </a:pPr>
                      <a:r>
                        <a:rPr lang="en-IN" sz="1200" b="1" dirty="0" err="1">
                          <a:effectLst/>
                          <a:latin typeface="Times New Roman" panose="02020603050405020304" pitchFamily="18" charset="0"/>
                          <a:ea typeface="Arial" panose="020B0604020202020204" pitchFamily="34" charset="0"/>
                        </a:rPr>
                        <a:t>Sr.No</a:t>
                      </a:r>
                      <a:endParaRPr lang="en-IN" sz="1100" dirty="0">
                        <a:effectLst/>
                        <a:latin typeface="Arial" panose="020B0604020202020204" pitchFamily="34" charset="0"/>
                        <a:ea typeface="Arial" panose="020B0604020202020204" pitchFamily="34" charset="0"/>
                      </a:endParaRPr>
                    </a:p>
                  </a:txBody>
                  <a:tcPr marL="34925" marR="38100" marT="38100" marB="38100"/>
                </a:tc>
                <a:tc>
                  <a:txBody>
                    <a:bodyPr/>
                    <a:lstStyle/>
                    <a:p>
                      <a:pPr algn="ctr">
                        <a:lnSpc>
                          <a:spcPct val="115000"/>
                        </a:lnSpc>
                        <a:spcBef>
                          <a:spcPts val="1200"/>
                        </a:spcBef>
                        <a:spcAft>
                          <a:spcPts val="1200"/>
                        </a:spcAft>
                      </a:pPr>
                      <a:r>
                        <a:rPr lang="en-IN" sz="1200" b="1" dirty="0">
                          <a:effectLst/>
                          <a:latin typeface="Times New Roman" panose="02020603050405020304" pitchFamily="18" charset="0"/>
                          <a:ea typeface="Arial" panose="020B0604020202020204" pitchFamily="34" charset="0"/>
                        </a:rPr>
                        <a:t>Title of the paper with Author Names and Journal/conference Name</a:t>
                      </a:r>
                      <a:endParaRPr lang="en-IN" sz="1100" dirty="0">
                        <a:effectLst/>
                        <a:latin typeface="Arial" panose="020B0604020202020204" pitchFamily="34" charset="0"/>
                        <a:ea typeface="Arial" panose="020B0604020202020204" pitchFamily="34" charset="0"/>
                      </a:endParaRPr>
                    </a:p>
                  </a:txBody>
                  <a:tcPr marL="34925" marR="38100" marT="38100" marB="38100"/>
                </a:tc>
                <a:tc>
                  <a:txBody>
                    <a:bodyPr/>
                    <a:lstStyle/>
                    <a:p>
                      <a:pPr algn="ctr">
                        <a:lnSpc>
                          <a:spcPct val="115000"/>
                        </a:lnSpc>
                        <a:spcBef>
                          <a:spcPts val="1200"/>
                        </a:spcBef>
                        <a:spcAft>
                          <a:spcPts val="1200"/>
                        </a:spcAft>
                      </a:pPr>
                      <a:r>
                        <a:rPr lang="en-IN" sz="1200" b="1" dirty="0">
                          <a:effectLst/>
                          <a:latin typeface="Times New Roman" panose="02020603050405020304" pitchFamily="18" charset="0"/>
                          <a:ea typeface="Arial" panose="020B0604020202020204" pitchFamily="34" charset="0"/>
                        </a:rPr>
                        <a:t>Year of</a:t>
                      </a:r>
                      <a:endParaRPr lang="en-IN" sz="1100" dirty="0">
                        <a:effectLst/>
                        <a:latin typeface="Arial" panose="020B0604020202020204" pitchFamily="34" charset="0"/>
                        <a:ea typeface="Arial" panose="020B0604020202020204" pitchFamily="34" charset="0"/>
                      </a:endParaRPr>
                    </a:p>
                    <a:p>
                      <a:pPr algn="ctr">
                        <a:lnSpc>
                          <a:spcPct val="115000"/>
                        </a:lnSpc>
                        <a:spcBef>
                          <a:spcPts val="1200"/>
                        </a:spcBef>
                        <a:spcAft>
                          <a:spcPts val="1200"/>
                        </a:spcAft>
                      </a:pPr>
                      <a:r>
                        <a:rPr lang="en-IN" sz="1200" b="1" dirty="0">
                          <a:effectLst/>
                          <a:latin typeface="Times New Roman" panose="02020603050405020304" pitchFamily="18" charset="0"/>
                          <a:ea typeface="Arial" panose="020B0604020202020204" pitchFamily="34" charset="0"/>
                        </a:rPr>
                        <a:t>publication</a:t>
                      </a:r>
                      <a:endParaRPr lang="en-IN" sz="1100" dirty="0">
                        <a:effectLst/>
                        <a:latin typeface="Arial" panose="020B0604020202020204" pitchFamily="34" charset="0"/>
                        <a:ea typeface="Arial" panose="020B0604020202020204" pitchFamily="34" charset="0"/>
                      </a:endParaRPr>
                    </a:p>
                  </a:txBody>
                  <a:tcPr marL="34925" marR="38100" marT="38100" marB="38100"/>
                </a:tc>
                <a:tc>
                  <a:txBody>
                    <a:bodyPr/>
                    <a:lstStyle/>
                    <a:p>
                      <a:pPr algn="ctr">
                        <a:lnSpc>
                          <a:spcPct val="115000"/>
                        </a:lnSpc>
                        <a:spcBef>
                          <a:spcPts val="1200"/>
                        </a:spcBef>
                        <a:spcAft>
                          <a:spcPts val="1200"/>
                        </a:spcAft>
                      </a:pPr>
                      <a:r>
                        <a:rPr lang="en-IN" sz="1200" b="1" dirty="0">
                          <a:effectLst/>
                          <a:latin typeface="Times New Roman" panose="02020603050405020304" pitchFamily="18" charset="0"/>
                          <a:ea typeface="Arial" panose="020B0604020202020204" pitchFamily="34" charset="0"/>
                        </a:rPr>
                        <a:t>Paper</a:t>
                      </a:r>
                      <a:endParaRPr lang="en-IN" sz="1100" dirty="0">
                        <a:effectLst/>
                        <a:latin typeface="Arial" panose="020B0604020202020204" pitchFamily="34" charset="0"/>
                        <a:ea typeface="Arial" panose="020B0604020202020204" pitchFamily="34" charset="0"/>
                      </a:endParaRPr>
                    </a:p>
                    <a:p>
                      <a:pPr algn="ctr">
                        <a:lnSpc>
                          <a:spcPct val="115000"/>
                        </a:lnSpc>
                        <a:spcBef>
                          <a:spcPts val="1200"/>
                        </a:spcBef>
                        <a:spcAft>
                          <a:spcPts val="1200"/>
                        </a:spcAft>
                      </a:pPr>
                      <a:r>
                        <a:rPr lang="en-IN" sz="1200" b="1" dirty="0">
                          <a:effectLst/>
                          <a:latin typeface="Times New Roman" panose="02020603050405020304" pitchFamily="18" charset="0"/>
                          <a:ea typeface="Arial" panose="020B0604020202020204" pitchFamily="34" charset="0"/>
                        </a:rPr>
                        <a:t>Description</a:t>
                      </a:r>
                      <a:endParaRPr lang="en-IN" sz="1100" dirty="0">
                        <a:effectLst/>
                        <a:latin typeface="Arial" panose="020B0604020202020204" pitchFamily="34" charset="0"/>
                        <a:ea typeface="Arial" panose="020B0604020202020204" pitchFamily="34" charset="0"/>
                      </a:endParaRPr>
                    </a:p>
                  </a:txBody>
                  <a:tcPr marL="34925" marR="38100" marT="38100" marB="38100"/>
                </a:tc>
                <a:tc>
                  <a:txBody>
                    <a:bodyPr/>
                    <a:lstStyle/>
                    <a:p>
                      <a:pPr algn="ctr">
                        <a:lnSpc>
                          <a:spcPct val="115000"/>
                        </a:lnSpc>
                        <a:spcBef>
                          <a:spcPts val="1200"/>
                        </a:spcBef>
                        <a:spcAft>
                          <a:spcPts val="1200"/>
                        </a:spcAft>
                      </a:pPr>
                      <a:r>
                        <a:rPr lang="en-IN" sz="1200" b="1" dirty="0">
                          <a:effectLst/>
                          <a:latin typeface="Times New Roman" panose="02020603050405020304" pitchFamily="18" charset="0"/>
                          <a:ea typeface="Arial" panose="020B0604020202020204" pitchFamily="34" charset="0"/>
                        </a:rPr>
                        <a:t>Research gaps</a:t>
                      </a:r>
                      <a:endParaRPr lang="en-IN" sz="1100" dirty="0">
                        <a:effectLst/>
                        <a:latin typeface="Arial" panose="020B0604020202020204" pitchFamily="34" charset="0"/>
                        <a:ea typeface="Arial" panose="020B0604020202020204" pitchFamily="34" charset="0"/>
                      </a:endParaRPr>
                    </a:p>
                  </a:txBody>
                  <a:tcPr marL="34925" marR="38100" marT="38100" marB="38100"/>
                </a:tc>
                <a:extLst>
                  <a:ext uri="{0D108BD9-81ED-4DB2-BD59-A6C34878D82A}">
                    <a16:rowId xmlns:a16="http://schemas.microsoft.com/office/drawing/2014/main" val="460154233"/>
                  </a:ext>
                </a:extLst>
              </a:tr>
              <a:tr h="2022626">
                <a:tc>
                  <a:txBody>
                    <a:bodyPr/>
                    <a:lstStyle/>
                    <a:p>
                      <a:pPr algn="ctr"/>
                      <a:r>
                        <a:rPr lang="en-IN" sz="12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1.</a:t>
                      </a:r>
                      <a:endParaRPr lang="en-IN" sz="1200" dirty="0">
                        <a:latin typeface="Times New Roman" panose="02020603050405020304" pitchFamily="18" charset="0"/>
                        <a:cs typeface="Times New Roman" panose="02020603050405020304" pitchFamily="18" charset="0"/>
                      </a:endParaRPr>
                    </a:p>
                  </a:txBody>
                  <a:tcPr/>
                </a:tc>
                <a:tc>
                  <a:txBody>
                    <a:bodyPr/>
                    <a:lstStyle/>
                    <a:p>
                      <a:pPr algn="just"/>
                      <a:r>
                        <a:rPr lang="en-GB" sz="1400" b="1" dirty="0">
                          <a:latin typeface="Times New Roman" panose="02020603050405020304" pitchFamily="18" charset="0"/>
                          <a:cs typeface="Times New Roman" panose="02020603050405020304" pitchFamily="18" charset="0"/>
                        </a:rPr>
                        <a:t>Hybrid Song Recommendation System Based on User </a:t>
                      </a:r>
                      <a:r>
                        <a:rPr lang="en-GB" sz="1400" b="1" dirty="0" err="1">
                          <a:latin typeface="Times New Roman" panose="02020603050405020304" pitchFamily="18" charset="0"/>
                          <a:cs typeface="Times New Roman" panose="02020603050405020304" pitchFamily="18" charset="0"/>
                        </a:rPr>
                        <a:t>Behavior</a:t>
                      </a:r>
                      <a:r>
                        <a:rPr lang="en-GB" sz="1400" b="1" dirty="0">
                          <a:latin typeface="Times New Roman" panose="02020603050405020304" pitchFamily="18" charset="0"/>
                          <a:cs typeface="Times New Roman" panose="02020603050405020304" pitchFamily="18" charset="0"/>
                        </a:rPr>
                        <a:t> and Content Features</a:t>
                      </a:r>
                    </a:p>
                    <a:p>
                      <a:pPr algn="just"/>
                      <a:r>
                        <a:rPr lang="en-GB" sz="1400" dirty="0">
                          <a:latin typeface="Times New Roman" panose="02020603050405020304" pitchFamily="18" charset="0"/>
                          <a:cs typeface="Times New Roman" panose="02020603050405020304" pitchFamily="18" charset="0"/>
                        </a:rPr>
                        <a:t>Authors: Alex Johnson, Emily Davis</a:t>
                      </a:r>
                    </a:p>
                    <a:p>
                      <a:pPr algn="just"/>
                      <a:r>
                        <a:rPr lang="en-GB" sz="1400" dirty="0">
                          <a:latin typeface="Times New Roman" panose="02020603050405020304" pitchFamily="18" charset="0"/>
                          <a:cs typeface="Times New Roman" panose="02020603050405020304" pitchFamily="18" charset="0"/>
                        </a:rPr>
                        <a:t>Journal: Music and AI Innovations</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IN"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2024</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GB" sz="1400" dirty="0">
                          <a:latin typeface="Times New Roman" panose="02020603050405020304" pitchFamily="18" charset="0"/>
                          <a:cs typeface="Times New Roman" panose="02020603050405020304" pitchFamily="18" charset="0"/>
                        </a:rPr>
                        <a:t>This research combines content-based filtering and deep learning to recommend songs based on audio features and user listening history. The system enhances recommendations by </a:t>
                      </a:r>
                      <a:r>
                        <a:rPr lang="en-GB" sz="1400" dirty="0" err="1">
                          <a:latin typeface="Times New Roman" panose="02020603050405020304" pitchFamily="18" charset="0"/>
                          <a:cs typeface="Times New Roman" panose="02020603050405020304" pitchFamily="18" charset="0"/>
                        </a:rPr>
                        <a:t>analyzing</a:t>
                      </a:r>
                      <a:r>
                        <a:rPr lang="en-GB" sz="1400" dirty="0">
                          <a:latin typeface="Times New Roman" panose="02020603050405020304" pitchFamily="18" charset="0"/>
                          <a:cs typeface="Times New Roman" panose="02020603050405020304" pitchFamily="18" charset="0"/>
                        </a:rPr>
                        <a:t> song tempo, genre, and lyrics.</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GB" sz="1400" dirty="0">
                          <a:latin typeface="Times New Roman" panose="02020603050405020304" pitchFamily="18" charset="0"/>
                          <a:cs typeface="Times New Roman" panose="02020603050405020304" pitchFamily="18" charset="0"/>
                        </a:rPr>
                        <a:t>The study does not include real-time feedback mechanisms to refine recommendations dynamically.</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65146246"/>
                  </a:ext>
                </a:extLst>
              </a:tr>
              <a:tr h="1593584">
                <a:tc>
                  <a:txBody>
                    <a:bodyPr/>
                    <a:lstStyle/>
                    <a:p>
                      <a:pPr algn="ctr"/>
                      <a:r>
                        <a:rPr lang="en-IN" sz="12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2.</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GB" sz="1400" b="1" dirty="0">
                          <a:latin typeface="Times New Roman" panose="02020603050405020304" pitchFamily="18" charset="0"/>
                          <a:cs typeface="Times New Roman" panose="02020603050405020304" pitchFamily="18" charset="0"/>
                        </a:rPr>
                        <a:t>AI-Powered Music Recommendation Using Emotion Detection</a:t>
                      </a:r>
                    </a:p>
                    <a:p>
                      <a:r>
                        <a:rPr lang="en-GB" sz="1400" dirty="0">
                          <a:latin typeface="Times New Roman" panose="02020603050405020304" pitchFamily="18" charset="0"/>
                          <a:cs typeface="Times New Roman" panose="02020603050405020304" pitchFamily="18" charset="0"/>
                        </a:rPr>
                        <a:t>Authors: David Wilson, Sophia Green</a:t>
                      </a:r>
                    </a:p>
                    <a:p>
                      <a:r>
                        <a:rPr lang="en-GB" sz="1400" dirty="0">
                          <a:latin typeface="Times New Roman" panose="02020603050405020304" pitchFamily="18" charset="0"/>
                          <a:cs typeface="Times New Roman" panose="02020603050405020304" pitchFamily="18" charset="0"/>
                        </a:rPr>
                        <a:t>Journal: AI and Multimedia Journal</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IN"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2023</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GB" sz="1400" dirty="0">
                          <a:latin typeface="Times New Roman" panose="02020603050405020304" pitchFamily="18" charset="0"/>
                          <a:cs typeface="Times New Roman" panose="02020603050405020304" pitchFamily="18" charset="0"/>
                        </a:rPr>
                        <a:t>This system recommends songs based on real-time emotion detection using facial recognition and speech analysis. It enhances user experience by adapting to mood changes.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GB" sz="1400" dirty="0">
                          <a:latin typeface="Times New Roman" panose="02020603050405020304" pitchFamily="18" charset="0"/>
                          <a:cs typeface="Times New Roman" panose="02020603050405020304" pitchFamily="18" charset="0"/>
                        </a:rPr>
                        <a:t>The approach relies on external devices like cameras and microphones, which raises privacy concerns.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01361252"/>
                  </a:ext>
                </a:extLst>
              </a:tr>
            </a:tbl>
          </a:graphicData>
        </a:graphic>
      </p:graphicFrame>
      <p:pic>
        <p:nvPicPr>
          <p:cNvPr id="4" name="Google Shape;31;p1">
            <a:extLst>
              <a:ext uri="{FF2B5EF4-FFF2-40B4-BE49-F238E27FC236}">
                <a16:creationId xmlns:a16="http://schemas.microsoft.com/office/drawing/2014/main" id="{41880609-955C-D511-FDB7-7F740FF1A335}"/>
              </a:ext>
            </a:extLst>
          </p:cNvPr>
          <p:cNvPicPr preferRelativeResize="0"/>
          <p:nvPr/>
        </p:nvPicPr>
        <p:blipFill rotWithShape="1">
          <a:blip r:embed="rId3">
            <a:alphaModFix/>
          </a:blip>
          <a:srcRect/>
          <a:stretch/>
        </p:blipFill>
        <p:spPr>
          <a:xfrm>
            <a:off x="8278993" y="0"/>
            <a:ext cx="865007" cy="91136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73AF15A-9981-B658-11B0-27A5B5A0D85B}"/>
              </a:ext>
            </a:extLst>
          </p:cNvPr>
          <p:cNvGraphicFramePr>
            <a:graphicFrameLocks noGrp="1"/>
          </p:cNvGraphicFramePr>
          <p:nvPr>
            <p:extLst>
              <p:ext uri="{D42A27DB-BD31-4B8C-83A1-F6EECF244321}">
                <p14:modId xmlns:p14="http://schemas.microsoft.com/office/powerpoint/2010/main" val="446053834"/>
              </p:ext>
            </p:extLst>
          </p:nvPr>
        </p:nvGraphicFramePr>
        <p:xfrm>
          <a:off x="247650" y="165576"/>
          <a:ext cx="8648700" cy="4388994"/>
        </p:xfrm>
        <a:graphic>
          <a:graphicData uri="http://schemas.openxmlformats.org/drawingml/2006/table">
            <a:tbl>
              <a:tblPr firstRow="1" bandRow="1">
                <a:tableStyleId>{5C8EDCE0-E580-46C9-8AE7-333EC4BB7B8B}</a:tableStyleId>
              </a:tblPr>
              <a:tblGrid>
                <a:gridCol w="731520">
                  <a:extLst>
                    <a:ext uri="{9D8B030D-6E8A-4147-A177-3AD203B41FA5}">
                      <a16:colId xmlns:a16="http://schemas.microsoft.com/office/drawing/2014/main" val="1623505422"/>
                    </a:ext>
                  </a:extLst>
                </a:gridCol>
                <a:gridCol w="2612992">
                  <a:extLst>
                    <a:ext uri="{9D8B030D-6E8A-4147-A177-3AD203B41FA5}">
                      <a16:colId xmlns:a16="http://schemas.microsoft.com/office/drawing/2014/main" val="574418617"/>
                    </a:ext>
                  </a:extLst>
                </a:gridCol>
                <a:gridCol w="937928">
                  <a:extLst>
                    <a:ext uri="{9D8B030D-6E8A-4147-A177-3AD203B41FA5}">
                      <a16:colId xmlns:a16="http://schemas.microsoft.com/office/drawing/2014/main" val="309909365"/>
                    </a:ext>
                  </a:extLst>
                </a:gridCol>
                <a:gridCol w="2371746">
                  <a:extLst>
                    <a:ext uri="{9D8B030D-6E8A-4147-A177-3AD203B41FA5}">
                      <a16:colId xmlns:a16="http://schemas.microsoft.com/office/drawing/2014/main" val="584377804"/>
                    </a:ext>
                  </a:extLst>
                </a:gridCol>
                <a:gridCol w="1994514">
                  <a:extLst>
                    <a:ext uri="{9D8B030D-6E8A-4147-A177-3AD203B41FA5}">
                      <a16:colId xmlns:a16="http://schemas.microsoft.com/office/drawing/2014/main" val="86691623"/>
                    </a:ext>
                  </a:extLst>
                </a:gridCol>
              </a:tblGrid>
              <a:tr h="402853">
                <a:tc>
                  <a:txBody>
                    <a:bodyPr/>
                    <a:lstStyle/>
                    <a:p>
                      <a:pPr algn="ctr">
                        <a:lnSpc>
                          <a:spcPct val="115000"/>
                        </a:lnSpc>
                        <a:spcBef>
                          <a:spcPts val="1200"/>
                        </a:spcBef>
                        <a:spcAft>
                          <a:spcPts val="1200"/>
                        </a:spcAft>
                      </a:pPr>
                      <a:r>
                        <a:rPr lang="en-IN" sz="1200" b="1" dirty="0" err="1">
                          <a:effectLst/>
                          <a:latin typeface="Times New Roman" panose="02020603050405020304" pitchFamily="18" charset="0"/>
                          <a:ea typeface="Arial" panose="020B0604020202020204" pitchFamily="34" charset="0"/>
                        </a:rPr>
                        <a:t>Sr.No</a:t>
                      </a:r>
                      <a:endParaRPr lang="en-IN" sz="1100" dirty="0">
                        <a:effectLst/>
                        <a:latin typeface="Arial" panose="020B0604020202020204" pitchFamily="34" charset="0"/>
                        <a:ea typeface="Arial" panose="020B0604020202020204" pitchFamily="34" charset="0"/>
                      </a:endParaRPr>
                    </a:p>
                  </a:txBody>
                  <a:tcPr marL="34925" marR="38100" marT="38100" marB="38100"/>
                </a:tc>
                <a:tc>
                  <a:txBody>
                    <a:bodyPr/>
                    <a:lstStyle/>
                    <a:p>
                      <a:pPr algn="ctr">
                        <a:lnSpc>
                          <a:spcPct val="115000"/>
                        </a:lnSpc>
                        <a:spcBef>
                          <a:spcPts val="1200"/>
                        </a:spcBef>
                        <a:spcAft>
                          <a:spcPts val="1200"/>
                        </a:spcAft>
                      </a:pPr>
                      <a:r>
                        <a:rPr lang="en-IN" sz="1200" b="1" dirty="0">
                          <a:effectLst/>
                          <a:latin typeface="Times New Roman" panose="02020603050405020304" pitchFamily="18" charset="0"/>
                          <a:ea typeface="Arial" panose="020B0604020202020204" pitchFamily="34" charset="0"/>
                        </a:rPr>
                        <a:t>Title of the paper with Author Names and Journal/conference Name</a:t>
                      </a:r>
                      <a:endParaRPr lang="en-IN" sz="1100" dirty="0">
                        <a:effectLst/>
                        <a:latin typeface="Arial" panose="020B0604020202020204" pitchFamily="34" charset="0"/>
                        <a:ea typeface="Arial" panose="020B0604020202020204" pitchFamily="34" charset="0"/>
                      </a:endParaRPr>
                    </a:p>
                  </a:txBody>
                  <a:tcPr marL="34925" marR="38100" marT="38100" marB="38100"/>
                </a:tc>
                <a:tc>
                  <a:txBody>
                    <a:bodyPr/>
                    <a:lstStyle/>
                    <a:p>
                      <a:pPr algn="ctr">
                        <a:lnSpc>
                          <a:spcPct val="115000"/>
                        </a:lnSpc>
                        <a:spcBef>
                          <a:spcPts val="1200"/>
                        </a:spcBef>
                        <a:spcAft>
                          <a:spcPts val="1200"/>
                        </a:spcAft>
                      </a:pPr>
                      <a:r>
                        <a:rPr lang="en-IN" sz="1200" b="1" dirty="0">
                          <a:effectLst/>
                          <a:latin typeface="Times New Roman" panose="02020603050405020304" pitchFamily="18" charset="0"/>
                          <a:ea typeface="Arial" panose="020B0604020202020204" pitchFamily="34" charset="0"/>
                        </a:rPr>
                        <a:t>Year of</a:t>
                      </a:r>
                      <a:endParaRPr lang="en-IN" sz="1100" dirty="0">
                        <a:effectLst/>
                        <a:latin typeface="Arial" panose="020B0604020202020204" pitchFamily="34" charset="0"/>
                        <a:ea typeface="Arial" panose="020B0604020202020204" pitchFamily="34" charset="0"/>
                      </a:endParaRPr>
                    </a:p>
                    <a:p>
                      <a:pPr algn="ctr">
                        <a:lnSpc>
                          <a:spcPct val="115000"/>
                        </a:lnSpc>
                        <a:spcBef>
                          <a:spcPts val="1200"/>
                        </a:spcBef>
                        <a:spcAft>
                          <a:spcPts val="1200"/>
                        </a:spcAft>
                      </a:pPr>
                      <a:r>
                        <a:rPr lang="en-IN" sz="1200" b="1" dirty="0">
                          <a:effectLst/>
                          <a:latin typeface="Times New Roman" panose="02020603050405020304" pitchFamily="18" charset="0"/>
                          <a:ea typeface="Arial" panose="020B0604020202020204" pitchFamily="34" charset="0"/>
                        </a:rPr>
                        <a:t>publication</a:t>
                      </a:r>
                      <a:endParaRPr lang="en-IN" sz="1100" dirty="0">
                        <a:effectLst/>
                        <a:latin typeface="Arial" panose="020B0604020202020204" pitchFamily="34" charset="0"/>
                        <a:ea typeface="Arial" panose="020B0604020202020204" pitchFamily="34" charset="0"/>
                      </a:endParaRPr>
                    </a:p>
                  </a:txBody>
                  <a:tcPr marL="34925" marR="38100" marT="38100" marB="38100"/>
                </a:tc>
                <a:tc>
                  <a:txBody>
                    <a:bodyPr/>
                    <a:lstStyle/>
                    <a:p>
                      <a:pPr algn="ctr">
                        <a:lnSpc>
                          <a:spcPct val="115000"/>
                        </a:lnSpc>
                        <a:spcBef>
                          <a:spcPts val="1200"/>
                        </a:spcBef>
                        <a:spcAft>
                          <a:spcPts val="1200"/>
                        </a:spcAft>
                      </a:pPr>
                      <a:r>
                        <a:rPr lang="en-IN" sz="1200" b="1" dirty="0">
                          <a:effectLst/>
                          <a:latin typeface="Times New Roman" panose="02020603050405020304" pitchFamily="18" charset="0"/>
                          <a:ea typeface="Arial" panose="020B0604020202020204" pitchFamily="34" charset="0"/>
                        </a:rPr>
                        <a:t>Paper</a:t>
                      </a:r>
                      <a:endParaRPr lang="en-IN" sz="1100" dirty="0">
                        <a:effectLst/>
                        <a:latin typeface="Arial" panose="020B0604020202020204" pitchFamily="34" charset="0"/>
                        <a:ea typeface="Arial" panose="020B0604020202020204" pitchFamily="34" charset="0"/>
                      </a:endParaRPr>
                    </a:p>
                    <a:p>
                      <a:pPr algn="ctr">
                        <a:lnSpc>
                          <a:spcPct val="115000"/>
                        </a:lnSpc>
                        <a:spcBef>
                          <a:spcPts val="1200"/>
                        </a:spcBef>
                        <a:spcAft>
                          <a:spcPts val="1200"/>
                        </a:spcAft>
                      </a:pPr>
                      <a:r>
                        <a:rPr lang="en-IN" sz="1200" b="1" dirty="0">
                          <a:effectLst/>
                          <a:latin typeface="Times New Roman" panose="02020603050405020304" pitchFamily="18" charset="0"/>
                          <a:ea typeface="Arial" panose="020B0604020202020204" pitchFamily="34" charset="0"/>
                        </a:rPr>
                        <a:t>Description</a:t>
                      </a:r>
                      <a:endParaRPr lang="en-IN" sz="1100" dirty="0">
                        <a:effectLst/>
                        <a:latin typeface="Arial" panose="020B0604020202020204" pitchFamily="34" charset="0"/>
                        <a:ea typeface="Arial" panose="020B0604020202020204" pitchFamily="34" charset="0"/>
                      </a:endParaRPr>
                    </a:p>
                  </a:txBody>
                  <a:tcPr marL="34925" marR="38100" marT="38100" marB="38100"/>
                </a:tc>
                <a:tc>
                  <a:txBody>
                    <a:bodyPr/>
                    <a:lstStyle/>
                    <a:p>
                      <a:pPr algn="ctr">
                        <a:lnSpc>
                          <a:spcPct val="115000"/>
                        </a:lnSpc>
                        <a:spcBef>
                          <a:spcPts val="1200"/>
                        </a:spcBef>
                        <a:spcAft>
                          <a:spcPts val="1200"/>
                        </a:spcAft>
                      </a:pPr>
                      <a:r>
                        <a:rPr lang="en-IN" sz="1200" b="1" dirty="0">
                          <a:effectLst/>
                          <a:latin typeface="Times New Roman" panose="02020603050405020304" pitchFamily="18" charset="0"/>
                          <a:ea typeface="Arial" panose="020B0604020202020204" pitchFamily="34" charset="0"/>
                        </a:rPr>
                        <a:t>Research gaps</a:t>
                      </a:r>
                      <a:endParaRPr lang="en-IN" sz="1100" dirty="0">
                        <a:effectLst/>
                        <a:latin typeface="Arial" panose="020B0604020202020204" pitchFamily="34" charset="0"/>
                        <a:ea typeface="Arial" panose="020B0604020202020204" pitchFamily="34" charset="0"/>
                      </a:endParaRPr>
                    </a:p>
                  </a:txBody>
                  <a:tcPr marL="34925" marR="38100" marT="38100" marB="38100"/>
                </a:tc>
                <a:extLst>
                  <a:ext uri="{0D108BD9-81ED-4DB2-BD59-A6C34878D82A}">
                    <a16:rowId xmlns:a16="http://schemas.microsoft.com/office/drawing/2014/main" val="460154233"/>
                  </a:ext>
                </a:extLst>
              </a:tr>
              <a:tr h="1485900">
                <a:tc>
                  <a:txBody>
                    <a:bodyPr/>
                    <a:lstStyle/>
                    <a:p>
                      <a:pPr algn="ctr"/>
                      <a:r>
                        <a:rPr lang="en-US" sz="1200" b="0" i="0" u="none" strike="noStrike" cap="none" dirty="0">
                          <a:solidFill>
                            <a:srgbClr val="000000"/>
                          </a:solidFill>
                          <a:effectLst/>
                          <a:latin typeface="Times New Roman" panose="02020603050405020304" pitchFamily="18" charset="0"/>
                          <a:cs typeface="Times New Roman" panose="02020603050405020304" pitchFamily="18" charset="0"/>
                          <a:sym typeface="Arial"/>
                        </a:rPr>
                        <a:t>3</a:t>
                      </a:r>
                      <a:r>
                        <a:rPr lang="en-IN" sz="1200" b="0" i="0" u="none" strike="noStrike" cap="none" dirty="0">
                          <a:solidFill>
                            <a:srgbClr val="000000"/>
                          </a:solidFill>
                          <a:effectLst/>
                          <a:latin typeface="Times New Roman" panose="02020603050405020304" pitchFamily="18" charset="0"/>
                          <a:cs typeface="Times New Roman" panose="02020603050405020304" pitchFamily="18" charset="0"/>
                          <a:sym typeface="Arial"/>
                        </a:rPr>
                        <a:t>.</a:t>
                      </a:r>
                      <a:endParaRPr lang="en-IN" sz="1200" dirty="0">
                        <a:latin typeface="Times New Roman" panose="02020603050405020304" pitchFamily="18" charset="0"/>
                        <a:cs typeface="Times New Roman" panose="02020603050405020304" pitchFamily="18" charset="0"/>
                      </a:endParaRPr>
                    </a:p>
                  </a:txBody>
                  <a:tcPr/>
                </a:tc>
                <a:tc>
                  <a:txBody>
                    <a:bodyPr/>
                    <a:lstStyle/>
                    <a:p>
                      <a:pPr algn="just"/>
                      <a:r>
                        <a:rPr lang="en-GB" sz="1400" b="1" dirty="0">
                          <a:latin typeface="Times New Roman" panose="02020603050405020304" pitchFamily="18" charset="0"/>
                          <a:cs typeface="Times New Roman" panose="02020603050405020304" pitchFamily="18" charset="0"/>
                        </a:rPr>
                        <a:t>Personalized</a:t>
                      </a:r>
                      <a:r>
                        <a:rPr lang="en-GB" sz="1400" b="1" baseline="0" dirty="0">
                          <a:latin typeface="Times New Roman" panose="02020603050405020304" pitchFamily="18" charset="0"/>
                          <a:cs typeface="Times New Roman" panose="02020603050405020304" pitchFamily="18" charset="0"/>
                        </a:rPr>
                        <a:t> </a:t>
                      </a:r>
                      <a:r>
                        <a:rPr lang="en-GB" sz="1400" b="1" dirty="0">
                          <a:latin typeface="Times New Roman" panose="02020603050405020304" pitchFamily="18" charset="0"/>
                          <a:cs typeface="Times New Roman" panose="02020603050405020304" pitchFamily="18" charset="0"/>
                        </a:rPr>
                        <a:t>Movie Recommendation Using Machine Learning</a:t>
                      </a:r>
                    </a:p>
                    <a:p>
                      <a:pPr algn="just"/>
                      <a:r>
                        <a:rPr lang="en-GB" sz="1400" dirty="0">
                          <a:latin typeface="Times New Roman" panose="02020603050405020304" pitchFamily="18" charset="0"/>
                          <a:cs typeface="Times New Roman" panose="02020603050405020304" pitchFamily="18" charset="0"/>
                        </a:rPr>
                        <a:t>Authors: John Doe, Jane Smith</a:t>
                      </a:r>
                    </a:p>
                    <a:p>
                      <a:pPr algn="just"/>
                      <a:r>
                        <a:rPr lang="en-GB" sz="1400" dirty="0">
                          <a:latin typeface="Times New Roman" panose="02020603050405020304" pitchFamily="18" charset="0"/>
                          <a:cs typeface="Times New Roman" panose="02020603050405020304" pitchFamily="18" charset="0"/>
                        </a:rPr>
                        <a:t>Journal: International Journal of AI Research</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IN"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2023</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lnSpc>
                          <a:spcPct val="115000"/>
                        </a:lnSpc>
                        <a:spcBef>
                          <a:spcPts val="1200"/>
                        </a:spcBef>
                        <a:spcAft>
                          <a:spcPts val="1200"/>
                        </a:spcAft>
                      </a:pPr>
                      <a:r>
                        <a:rPr lang="en-GB" sz="1400" dirty="0">
                          <a:effectLst/>
                          <a:latin typeface="Times New Roman" panose="02020603050405020304" pitchFamily="18" charset="0"/>
                          <a:ea typeface="Arial" panose="020B0604020202020204" pitchFamily="34" charset="0"/>
                          <a:cs typeface="Times New Roman" panose="02020603050405020304" pitchFamily="18" charset="0"/>
                        </a:rPr>
                        <a:t>This study uses collaborative filtering and deep learning techniques to recommend movies based on user preferences and ratings. The model improves accuracy by integrating sentiment analysis from user reviews.</a:t>
                      </a:r>
                      <a:endParaRPr lang="en-IN" sz="14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34925" marR="38100" marT="38100" marB="38100"/>
                </a:tc>
                <a:tc>
                  <a:txBody>
                    <a:bodyPr/>
                    <a:lstStyle/>
                    <a:p>
                      <a:pPr algn="just"/>
                      <a:r>
                        <a:rPr lang="en-GB" sz="1400" dirty="0">
                          <a:latin typeface="Times New Roman" panose="02020603050405020304" pitchFamily="18" charset="0"/>
                          <a:cs typeface="Times New Roman" panose="02020603050405020304" pitchFamily="18" charset="0"/>
                        </a:rPr>
                        <a:t>The system focuses on textual sentiment but lacks real-time adaptation to changing user interests.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65146246"/>
                  </a:ext>
                </a:extLst>
              </a:tr>
              <a:tr h="561172">
                <a:tc>
                  <a:txBody>
                    <a:bodyPr/>
                    <a:lstStyle/>
                    <a:p>
                      <a:pPr algn="ctr"/>
                      <a:r>
                        <a:rPr lang="en-US" sz="1200" b="0" i="0" u="none" strike="noStrike" cap="none" dirty="0">
                          <a:solidFill>
                            <a:srgbClr val="000000"/>
                          </a:solidFill>
                          <a:effectLst/>
                          <a:latin typeface="Times New Roman" panose="02020603050405020304" pitchFamily="18" charset="0"/>
                          <a:cs typeface="Times New Roman" panose="02020603050405020304" pitchFamily="18" charset="0"/>
                          <a:sym typeface="Arial"/>
                        </a:rPr>
                        <a:t>4</a:t>
                      </a:r>
                      <a:r>
                        <a:rPr lang="en-IN" sz="1200" b="0" i="0" u="none" strike="noStrike" cap="none" dirty="0">
                          <a:solidFill>
                            <a:srgbClr val="000000"/>
                          </a:solidFill>
                          <a:effectLst/>
                          <a:latin typeface="Times New Roman" panose="02020603050405020304" pitchFamily="18" charset="0"/>
                          <a:cs typeface="Times New Roman" panose="02020603050405020304" pitchFamily="18" charset="0"/>
                          <a:sym typeface="Arial"/>
                        </a:rPr>
                        <a:t>.</a:t>
                      </a:r>
                      <a:endParaRPr lang="en-IN" sz="1200" dirty="0">
                        <a:latin typeface="Times New Roman" panose="02020603050405020304" pitchFamily="18" charset="0"/>
                        <a:cs typeface="Times New Roman" panose="02020603050405020304" pitchFamily="18" charset="0"/>
                      </a:endParaRPr>
                    </a:p>
                  </a:txBody>
                  <a:tcPr/>
                </a:tc>
                <a:tc>
                  <a:txBody>
                    <a:bodyPr/>
                    <a:lstStyle/>
                    <a:p>
                      <a:pPr algn="just"/>
                      <a:r>
                        <a:rPr lang="en-GB" sz="1400" b="1" dirty="0">
                          <a:latin typeface="Times New Roman" panose="02020603050405020304" pitchFamily="18" charset="0"/>
                          <a:cs typeface="Times New Roman" panose="02020603050405020304" pitchFamily="18" charset="0"/>
                        </a:rPr>
                        <a:t>Machine Learning-Based Movie Recommendation Using User Interaction Data</a:t>
                      </a:r>
                    </a:p>
                    <a:p>
                      <a:pPr algn="just"/>
                      <a:r>
                        <a:rPr lang="en-GB" sz="1400" dirty="0">
                          <a:latin typeface="Times New Roman" panose="02020603050405020304" pitchFamily="18" charset="0"/>
                          <a:cs typeface="Times New Roman" panose="02020603050405020304" pitchFamily="18" charset="0"/>
                        </a:rPr>
                        <a:t>Authors: Michael Lee, Sarah Brown</a:t>
                      </a:r>
                    </a:p>
                    <a:p>
                      <a:pPr algn="just"/>
                      <a:r>
                        <a:rPr lang="en-GB" sz="1400" dirty="0">
                          <a:latin typeface="Times New Roman" panose="02020603050405020304" pitchFamily="18" charset="0"/>
                          <a:cs typeface="Times New Roman" panose="02020603050405020304" pitchFamily="18" charset="0"/>
                        </a:rPr>
                        <a:t>Journal: Journal of Intelligent Systems</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IN"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2022</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GB" sz="1400" dirty="0">
                          <a:latin typeface="Times New Roman" panose="02020603050405020304" pitchFamily="18" charset="0"/>
                          <a:cs typeface="Times New Roman" panose="02020603050405020304" pitchFamily="18" charset="0"/>
                        </a:rPr>
                        <a:t>This paper proposes a deep neural network model that </a:t>
                      </a:r>
                      <a:r>
                        <a:rPr lang="en-GB" sz="1400" dirty="0" err="1">
                          <a:latin typeface="Times New Roman" panose="02020603050405020304" pitchFamily="18" charset="0"/>
                          <a:cs typeface="Times New Roman" panose="02020603050405020304" pitchFamily="18" charset="0"/>
                        </a:rPr>
                        <a:t>analyzes</a:t>
                      </a:r>
                      <a:r>
                        <a:rPr lang="en-GB" sz="1400" dirty="0">
                          <a:latin typeface="Times New Roman" panose="02020603050405020304" pitchFamily="18" charset="0"/>
                          <a:cs typeface="Times New Roman" panose="02020603050405020304" pitchFamily="18" charset="0"/>
                        </a:rPr>
                        <a:t> user interactions, such as watch time and skipping </a:t>
                      </a:r>
                      <a:r>
                        <a:rPr lang="en-GB" sz="1400" dirty="0" err="1">
                          <a:latin typeface="Times New Roman" panose="02020603050405020304" pitchFamily="18" charset="0"/>
                          <a:cs typeface="Times New Roman" panose="02020603050405020304" pitchFamily="18" charset="0"/>
                        </a:rPr>
                        <a:t>behavior</a:t>
                      </a:r>
                      <a:r>
                        <a:rPr lang="en-GB" sz="1400" dirty="0">
                          <a:latin typeface="Times New Roman" panose="02020603050405020304" pitchFamily="18" charset="0"/>
                          <a:cs typeface="Times New Roman" panose="02020603050405020304" pitchFamily="18" charset="0"/>
                        </a:rPr>
                        <a:t>, to provide better movie recommendations.</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GB" sz="1400" dirty="0">
                          <a:latin typeface="Times New Roman" panose="02020603050405020304" pitchFamily="18" charset="0"/>
                          <a:cs typeface="Times New Roman" panose="02020603050405020304" pitchFamily="18" charset="0"/>
                        </a:rPr>
                        <a:t>The study does not incorporate external factors like social media trends or friend recommendations.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01361252"/>
                  </a:ext>
                </a:extLst>
              </a:tr>
            </a:tbl>
          </a:graphicData>
        </a:graphic>
      </p:graphicFrame>
      <p:pic>
        <p:nvPicPr>
          <p:cNvPr id="5" name="Google Shape;31;p1">
            <a:extLst>
              <a:ext uri="{FF2B5EF4-FFF2-40B4-BE49-F238E27FC236}">
                <a16:creationId xmlns:a16="http://schemas.microsoft.com/office/drawing/2014/main" id="{81F65B49-4819-3335-6378-0A77360BD287}"/>
              </a:ext>
            </a:extLst>
          </p:cNvPr>
          <p:cNvPicPr preferRelativeResize="0"/>
          <p:nvPr/>
        </p:nvPicPr>
        <p:blipFill rotWithShape="1">
          <a:blip r:embed="rId3">
            <a:alphaModFix/>
          </a:blip>
          <a:srcRect/>
          <a:stretch/>
        </p:blipFill>
        <p:spPr>
          <a:xfrm>
            <a:off x="8487784" y="0"/>
            <a:ext cx="656216" cy="83328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44"/>
          <p:cNvSpPr/>
          <p:nvPr/>
        </p:nvSpPr>
        <p:spPr>
          <a:xfrm>
            <a:off x="1234068" y="211631"/>
            <a:ext cx="6640764" cy="457200"/>
          </a:xfrm>
          <a:prstGeom prst="roundRect">
            <a:avLst>
              <a:gd name="adj" fmla="val 26636"/>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44"/>
          <p:cNvSpPr txBox="1">
            <a:spLocks noGrp="1"/>
          </p:cNvSpPr>
          <p:nvPr>
            <p:ph type="subTitle" idx="1"/>
          </p:nvPr>
        </p:nvSpPr>
        <p:spPr>
          <a:xfrm>
            <a:off x="471734" y="787178"/>
            <a:ext cx="3105482" cy="163411"/>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en-IN" sz="1600" dirty="0">
                <a:solidFill>
                  <a:srgbClr val="1F497D"/>
                </a:solidFill>
                <a:latin typeface="Times New Roman" panose="02020603050405020304" pitchFamily="18" charset="0"/>
                <a:cs typeface="Times New Roman" panose="02020603050405020304" pitchFamily="18" charset="0"/>
              </a:rPr>
              <a:t>1. Cold Start Problem</a:t>
            </a:r>
            <a:endParaRPr sz="1600" dirty="0">
              <a:solidFill>
                <a:srgbClr val="1F497D"/>
              </a:solidFill>
              <a:latin typeface="Times New Roman" panose="02020603050405020304" pitchFamily="18" charset="0"/>
              <a:cs typeface="Times New Roman" panose="02020603050405020304" pitchFamily="18" charset="0"/>
            </a:endParaRPr>
          </a:p>
        </p:txBody>
      </p:sp>
      <p:sp>
        <p:nvSpPr>
          <p:cNvPr id="583" name="Google Shape;583;p44"/>
          <p:cNvSpPr txBox="1">
            <a:spLocks noGrp="1"/>
          </p:cNvSpPr>
          <p:nvPr>
            <p:ph type="title"/>
          </p:nvPr>
        </p:nvSpPr>
        <p:spPr>
          <a:xfrm>
            <a:off x="757572" y="242617"/>
            <a:ext cx="7673203"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solidFill>
                  <a:srgbClr val="1F497D"/>
                </a:solidFill>
                <a:latin typeface="Times New Roman" panose="02020603050405020304" pitchFamily="18" charset="0"/>
                <a:cs typeface="Times New Roman" panose="02020603050405020304" pitchFamily="18" charset="0"/>
              </a:rPr>
              <a:t>Limitation of Exisiting System</a:t>
            </a:r>
            <a:endParaRPr sz="2800" dirty="0">
              <a:solidFill>
                <a:srgbClr val="1F497D"/>
              </a:solidFill>
              <a:latin typeface="Times New Roman" panose="02020603050405020304" pitchFamily="18" charset="0"/>
              <a:cs typeface="Times New Roman" panose="02020603050405020304" pitchFamily="18" charset="0"/>
            </a:endParaRPr>
          </a:p>
        </p:txBody>
      </p:sp>
      <p:sp>
        <p:nvSpPr>
          <p:cNvPr id="584" name="Google Shape;584;p44"/>
          <p:cNvSpPr txBox="1">
            <a:spLocks noGrp="1"/>
          </p:cNvSpPr>
          <p:nvPr>
            <p:ph type="subTitle" idx="2"/>
          </p:nvPr>
        </p:nvSpPr>
        <p:spPr>
          <a:xfrm>
            <a:off x="677435" y="906423"/>
            <a:ext cx="4131900" cy="597497"/>
          </a:xfrm>
          <a:prstGeom prst="rect">
            <a:avLst/>
          </a:prstGeom>
        </p:spPr>
        <p:txBody>
          <a:bodyPr spcFirstLastPara="1" wrap="square" lIns="91425" tIns="91425" rIns="91425" bIns="91425" anchor="t" anchorCtr="0">
            <a:noAutofit/>
          </a:bodyPr>
          <a:lstStyle/>
          <a:p>
            <a:pPr marL="0" lvl="0" indent="0" algn="just"/>
            <a:r>
              <a:rPr lang="en-GB" dirty="0">
                <a:latin typeface="Times New Roman" panose="02020603050405020304" pitchFamily="18" charset="0"/>
                <a:cs typeface="Times New Roman" panose="02020603050405020304" pitchFamily="18" charset="0"/>
              </a:rPr>
              <a:t>Struggles to recommend content for new users or items due to a lack of data.</a:t>
            </a:r>
            <a:endParaRPr sz="1400" dirty="0">
              <a:latin typeface="Times New Roman" panose="02020603050405020304" pitchFamily="18" charset="0"/>
              <a:cs typeface="Times New Roman" panose="02020603050405020304" pitchFamily="18" charset="0"/>
            </a:endParaRPr>
          </a:p>
        </p:txBody>
      </p:sp>
      <p:sp>
        <p:nvSpPr>
          <p:cNvPr id="585" name="Google Shape;585;p44"/>
          <p:cNvSpPr txBox="1">
            <a:spLocks noGrp="1"/>
          </p:cNvSpPr>
          <p:nvPr>
            <p:ph type="subTitle" idx="3"/>
          </p:nvPr>
        </p:nvSpPr>
        <p:spPr>
          <a:xfrm>
            <a:off x="460884" y="1939957"/>
            <a:ext cx="4565001" cy="274200"/>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en-IN" sz="1600" dirty="0">
                <a:solidFill>
                  <a:srgbClr val="1F497D"/>
                </a:solidFill>
                <a:latin typeface="Times New Roman" panose="02020603050405020304" pitchFamily="18" charset="0"/>
                <a:cs typeface="Times New Roman" panose="02020603050405020304" pitchFamily="18" charset="0"/>
              </a:rPr>
              <a:t>3. Lack of Real-Time Updates </a:t>
            </a:r>
            <a:endParaRPr sz="1600" dirty="0">
              <a:solidFill>
                <a:srgbClr val="1F497D"/>
              </a:solidFill>
              <a:latin typeface="Times New Roman" panose="02020603050405020304" pitchFamily="18" charset="0"/>
              <a:cs typeface="Times New Roman" panose="02020603050405020304" pitchFamily="18" charset="0"/>
            </a:endParaRPr>
          </a:p>
        </p:txBody>
      </p:sp>
      <p:sp>
        <p:nvSpPr>
          <p:cNvPr id="586" name="Google Shape;586;p44"/>
          <p:cNvSpPr txBox="1">
            <a:spLocks noGrp="1"/>
          </p:cNvSpPr>
          <p:nvPr>
            <p:ph type="subTitle" idx="4"/>
          </p:nvPr>
        </p:nvSpPr>
        <p:spPr>
          <a:xfrm>
            <a:off x="677435" y="2139772"/>
            <a:ext cx="4131900" cy="558225"/>
          </a:xfrm>
          <a:prstGeom prst="rect">
            <a:avLst/>
          </a:prstGeom>
        </p:spPr>
        <p:txBody>
          <a:bodyPr spcFirstLastPara="1" wrap="square" lIns="91425" tIns="91425" rIns="91425" bIns="91425" anchor="t" anchorCtr="0">
            <a:noAutofit/>
          </a:bodyPr>
          <a:lstStyle/>
          <a:p>
            <a:pPr marL="0" lvl="0" indent="0"/>
            <a:r>
              <a:rPr lang="en-GB" dirty="0">
                <a:latin typeface="Times New Roman" panose="02020603050405020304" pitchFamily="18" charset="0"/>
                <a:cs typeface="Times New Roman" panose="02020603050405020304" pitchFamily="18" charset="0"/>
              </a:rPr>
              <a:t>Struggles to adapt quickly to changing user preferences.</a:t>
            </a:r>
            <a:endParaRPr sz="1400" dirty="0">
              <a:latin typeface="Times New Roman" panose="02020603050405020304" pitchFamily="18" charset="0"/>
              <a:cs typeface="Times New Roman" panose="02020603050405020304" pitchFamily="18" charset="0"/>
            </a:endParaRPr>
          </a:p>
        </p:txBody>
      </p:sp>
      <p:sp>
        <p:nvSpPr>
          <p:cNvPr id="587" name="Google Shape;587;p44"/>
          <p:cNvSpPr txBox="1">
            <a:spLocks noGrp="1"/>
          </p:cNvSpPr>
          <p:nvPr>
            <p:ph type="subTitle" idx="5"/>
          </p:nvPr>
        </p:nvSpPr>
        <p:spPr>
          <a:xfrm>
            <a:off x="471734" y="1461439"/>
            <a:ext cx="3464746" cy="191968"/>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en-IN" sz="1600" dirty="0">
                <a:solidFill>
                  <a:srgbClr val="1F497D"/>
                </a:solidFill>
                <a:latin typeface="Times New Roman" panose="02020603050405020304" pitchFamily="18" charset="0"/>
                <a:cs typeface="Times New Roman" panose="02020603050405020304" pitchFamily="18" charset="0"/>
              </a:rPr>
              <a:t>2. Privacy Concerns</a:t>
            </a:r>
            <a:endParaRPr sz="1600" dirty="0">
              <a:solidFill>
                <a:srgbClr val="1F497D"/>
              </a:solidFill>
              <a:latin typeface="Times New Roman" panose="02020603050405020304" pitchFamily="18" charset="0"/>
              <a:cs typeface="Times New Roman" panose="02020603050405020304" pitchFamily="18" charset="0"/>
            </a:endParaRPr>
          </a:p>
        </p:txBody>
      </p:sp>
      <p:sp>
        <p:nvSpPr>
          <p:cNvPr id="588" name="Google Shape;588;p44"/>
          <p:cNvSpPr txBox="1">
            <a:spLocks noGrp="1"/>
          </p:cNvSpPr>
          <p:nvPr>
            <p:ph type="subTitle" idx="6"/>
          </p:nvPr>
        </p:nvSpPr>
        <p:spPr>
          <a:xfrm>
            <a:off x="677435" y="1598209"/>
            <a:ext cx="4131900" cy="345990"/>
          </a:xfrm>
          <a:prstGeom prst="rect">
            <a:avLst/>
          </a:prstGeom>
        </p:spPr>
        <p:txBody>
          <a:bodyPr spcFirstLastPara="1" wrap="square" lIns="91425" tIns="91425" rIns="91425" bIns="91425" anchor="t" anchorCtr="0">
            <a:noAutofit/>
          </a:bodyPr>
          <a:lstStyle/>
          <a:p>
            <a:pPr marL="0" lvl="0" indent="0" algn="just"/>
            <a:r>
              <a:rPr lang="en-GB" dirty="0">
                <a:latin typeface="Times New Roman" panose="02020603050405020304" pitchFamily="18" charset="0"/>
                <a:cs typeface="Times New Roman" panose="02020603050405020304" pitchFamily="18" charset="0"/>
              </a:rPr>
              <a:t>Collecting user data raises ethical and security issues.</a:t>
            </a:r>
            <a:endParaRPr sz="1400" dirty="0">
              <a:latin typeface="Times New Roman" panose="02020603050405020304" pitchFamily="18" charset="0"/>
              <a:cs typeface="Times New Roman" panose="02020603050405020304" pitchFamily="18" charset="0"/>
            </a:endParaRPr>
          </a:p>
        </p:txBody>
      </p:sp>
      <p:pic>
        <p:nvPicPr>
          <p:cNvPr id="2" name="Google Shape;31;p1">
            <a:extLst>
              <a:ext uri="{FF2B5EF4-FFF2-40B4-BE49-F238E27FC236}">
                <a16:creationId xmlns:a16="http://schemas.microsoft.com/office/drawing/2014/main" id="{DCB5197F-6B7C-A5A3-785D-9B96B9C24412}"/>
              </a:ext>
            </a:extLst>
          </p:cNvPr>
          <p:cNvPicPr preferRelativeResize="0"/>
          <p:nvPr/>
        </p:nvPicPr>
        <p:blipFill rotWithShape="1">
          <a:blip r:embed="rId3">
            <a:alphaModFix/>
          </a:blip>
          <a:srcRect/>
          <a:stretch/>
        </p:blipFill>
        <p:spPr>
          <a:xfrm>
            <a:off x="8265253" y="-4941"/>
            <a:ext cx="865007" cy="911364"/>
          </a:xfrm>
          <a:prstGeom prst="rect">
            <a:avLst/>
          </a:prstGeom>
          <a:noFill/>
          <a:ln>
            <a:noFill/>
          </a:ln>
        </p:spPr>
      </p:pic>
      <p:sp>
        <p:nvSpPr>
          <p:cNvPr id="5" name="Rectangle 4"/>
          <p:cNvSpPr/>
          <p:nvPr/>
        </p:nvSpPr>
        <p:spPr>
          <a:xfrm>
            <a:off x="483812" y="2676712"/>
            <a:ext cx="2712602" cy="338554"/>
          </a:xfrm>
          <a:prstGeom prst="rect">
            <a:avLst/>
          </a:prstGeom>
        </p:spPr>
        <p:txBody>
          <a:bodyPr wrap="none">
            <a:spAutoFit/>
          </a:bodyPr>
          <a:lstStyle/>
          <a:p>
            <a:pPr lvl="0" algn="just"/>
            <a:r>
              <a:rPr lang="en-GB" sz="1600" b="1" dirty="0">
                <a:solidFill>
                  <a:srgbClr val="1F497D"/>
                </a:solidFill>
                <a:latin typeface="Times New Roman" panose="02020603050405020304" pitchFamily="18" charset="0"/>
                <a:cs typeface="Times New Roman" panose="02020603050405020304" pitchFamily="18" charset="0"/>
              </a:rPr>
              <a:t>4. Bias in Recommendations </a:t>
            </a:r>
          </a:p>
        </p:txBody>
      </p:sp>
      <p:sp>
        <p:nvSpPr>
          <p:cNvPr id="6" name="Rectangle 5"/>
          <p:cNvSpPr/>
          <p:nvPr/>
        </p:nvSpPr>
        <p:spPr>
          <a:xfrm>
            <a:off x="670437" y="2912460"/>
            <a:ext cx="4572000" cy="523220"/>
          </a:xfrm>
          <a:prstGeom prst="rect">
            <a:avLst/>
          </a:prstGeom>
        </p:spPr>
        <p:txBody>
          <a:bodyPr>
            <a:spAutoFit/>
          </a:bodyPr>
          <a:lstStyle/>
          <a:p>
            <a:r>
              <a:rPr lang="en-GB" dirty="0">
                <a:latin typeface="Times New Roman" panose="02020603050405020304" pitchFamily="18" charset="0"/>
                <a:cs typeface="Times New Roman" panose="02020603050405020304" pitchFamily="18" charset="0"/>
              </a:rPr>
              <a:t> Popular content is favoured, limiting exposure to new or           niche items.</a:t>
            </a:r>
          </a:p>
        </p:txBody>
      </p:sp>
      <p:sp>
        <p:nvSpPr>
          <p:cNvPr id="7" name="TextBox 6"/>
          <p:cNvSpPr txBox="1"/>
          <p:nvPr/>
        </p:nvSpPr>
        <p:spPr>
          <a:xfrm>
            <a:off x="505532" y="3385112"/>
            <a:ext cx="3410783" cy="338554"/>
          </a:xfrm>
          <a:prstGeom prst="rect">
            <a:avLst/>
          </a:prstGeom>
          <a:noFill/>
        </p:spPr>
        <p:txBody>
          <a:bodyPr wrap="square" rtlCol="0">
            <a:spAutoFit/>
          </a:bodyPr>
          <a:lstStyle/>
          <a:p>
            <a:pPr algn="just"/>
            <a:r>
              <a:rPr lang="en-GB" sz="1600" b="1" dirty="0">
                <a:solidFill>
                  <a:srgbClr val="1F497D"/>
                </a:solidFill>
                <a:latin typeface="Times New Roman" panose="02020603050405020304" pitchFamily="18" charset="0"/>
                <a:cs typeface="Times New Roman" panose="02020603050405020304" pitchFamily="18" charset="0"/>
              </a:rPr>
              <a:t>5. Ignoring Context</a:t>
            </a:r>
          </a:p>
        </p:txBody>
      </p:sp>
      <p:sp>
        <p:nvSpPr>
          <p:cNvPr id="8" name="TextBox 7"/>
          <p:cNvSpPr txBox="1"/>
          <p:nvPr/>
        </p:nvSpPr>
        <p:spPr>
          <a:xfrm>
            <a:off x="677435" y="3673097"/>
            <a:ext cx="4063388" cy="523220"/>
          </a:xfrm>
          <a:prstGeom prst="rect">
            <a:avLst/>
          </a:prstGeom>
          <a:noFill/>
        </p:spPr>
        <p:txBody>
          <a:bodyPr wrap="square" rtlCol="0">
            <a:spAutoFit/>
          </a:bodyPr>
          <a:lstStyle/>
          <a:p>
            <a:pPr algn="just"/>
            <a:r>
              <a:rPr lang="en-GB" dirty="0">
                <a:latin typeface="Times New Roman" panose="02020603050405020304" pitchFamily="18" charset="0"/>
                <a:cs typeface="Times New Roman" panose="02020603050405020304" pitchFamily="18" charset="0"/>
              </a:rPr>
              <a:t>Does not always consider mood, location, or time when recommending content.</a:t>
            </a:r>
          </a:p>
        </p:txBody>
      </p:sp>
      <p:sp>
        <p:nvSpPr>
          <p:cNvPr id="9" name="TextBox 8">
            <a:extLst>
              <a:ext uri="{FF2B5EF4-FFF2-40B4-BE49-F238E27FC236}">
                <a16:creationId xmlns:a16="http://schemas.microsoft.com/office/drawing/2014/main" id="{2E97BB7B-6B0D-0255-1B51-3B5B67E1FB76}"/>
              </a:ext>
            </a:extLst>
          </p:cNvPr>
          <p:cNvSpPr txBox="1"/>
          <p:nvPr/>
        </p:nvSpPr>
        <p:spPr>
          <a:xfrm>
            <a:off x="525697" y="4154930"/>
            <a:ext cx="5341434" cy="738664"/>
          </a:xfrm>
          <a:prstGeom prst="rect">
            <a:avLst/>
          </a:prstGeom>
          <a:noFill/>
        </p:spPr>
        <p:txBody>
          <a:bodyPr wrap="square">
            <a:spAutoFit/>
          </a:bodyPr>
          <a:lstStyle/>
          <a:p>
            <a:r>
              <a:rPr lang="en-US" b="1" dirty="0">
                <a:solidFill>
                  <a:srgbClr val="1F497D"/>
                </a:solidFill>
              </a:rPr>
              <a:t>6. Limited Interaction</a:t>
            </a:r>
            <a:r>
              <a:rPr lang="en-US" dirty="0">
                <a:solidFill>
                  <a:srgbClr val="1F497D"/>
                </a:solidFill>
              </a:rPr>
              <a:t> </a:t>
            </a:r>
          </a:p>
          <a:p>
            <a:r>
              <a:rPr lang="en-US" dirty="0"/>
              <a:t>   </a:t>
            </a:r>
            <a:r>
              <a:rPr lang="en-US" dirty="0">
                <a:latin typeface="Times New Roman" panose="02020603050405020304" pitchFamily="18" charset="0"/>
                <a:cs typeface="Times New Roman" panose="02020603050405020304" pitchFamily="18" charset="0"/>
              </a:rPr>
              <a:t>Most platforms do not provide an </a:t>
            </a:r>
            <a:r>
              <a:rPr lang="en-US" b="1" dirty="0">
                <a:latin typeface="Times New Roman" panose="02020603050405020304" pitchFamily="18" charset="0"/>
                <a:cs typeface="Times New Roman" panose="02020603050405020304" pitchFamily="18" charset="0"/>
              </a:rPr>
              <a:t>AI chatbot</a:t>
            </a:r>
            <a:r>
              <a:rPr lang="en-US" dirty="0">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for real-time                    suggestions</a:t>
            </a:r>
            <a:r>
              <a:rPr lang="en-US" dirty="0"/>
              <a:t>.</a:t>
            </a:r>
            <a:endParaRPr lang="en-IN" dirty="0"/>
          </a:p>
        </p:txBody>
      </p:sp>
      <p:pic>
        <p:nvPicPr>
          <p:cNvPr id="3" name="Picture 2"/>
          <p:cNvPicPr>
            <a:picLocks noChangeAspect="1"/>
          </p:cNvPicPr>
          <p:nvPr/>
        </p:nvPicPr>
        <p:blipFill>
          <a:blip r:embed="rId4"/>
          <a:stretch>
            <a:fillRect/>
          </a:stretch>
        </p:blipFill>
        <p:spPr>
          <a:xfrm>
            <a:off x="5765036" y="1503920"/>
            <a:ext cx="3174113" cy="317411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9" name="Google Shape;699;p46"/>
          <p:cNvSpPr/>
          <p:nvPr/>
        </p:nvSpPr>
        <p:spPr>
          <a:xfrm rot="-2339450">
            <a:off x="2441700" y="4446628"/>
            <a:ext cx="343951" cy="309012"/>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6"/>
          <p:cNvSpPr/>
          <p:nvPr/>
        </p:nvSpPr>
        <p:spPr>
          <a:xfrm rot="-567638">
            <a:off x="7237382" y="1800397"/>
            <a:ext cx="2804268" cy="1492029"/>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46"/>
          <p:cNvSpPr/>
          <p:nvPr/>
        </p:nvSpPr>
        <p:spPr>
          <a:xfrm rot="-679323">
            <a:off x="3169887" y="4132063"/>
            <a:ext cx="2804225" cy="1492006"/>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81;p44">
            <a:extLst>
              <a:ext uri="{FF2B5EF4-FFF2-40B4-BE49-F238E27FC236}">
                <a16:creationId xmlns:a16="http://schemas.microsoft.com/office/drawing/2014/main" id="{393BAF0D-7285-6C3F-F44B-88CF9E837FFB}"/>
              </a:ext>
            </a:extLst>
          </p:cNvPr>
          <p:cNvSpPr/>
          <p:nvPr/>
        </p:nvSpPr>
        <p:spPr>
          <a:xfrm>
            <a:off x="716249" y="308472"/>
            <a:ext cx="7711500" cy="510300"/>
          </a:xfrm>
          <a:prstGeom prst="roundRect">
            <a:avLst>
              <a:gd name="adj" fmla="val 26636"/>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83;p44">
            <a:extLst>
              <a:ext uri="{FF2B5EF4-FFF2-40B4-BE49-F238E27FC236}">
                <a16:creationId xmlns:a16="http://schemas.microsoft.com/office/drawing/2014/main" id="{5B8B21A4-5BC7-0402-0C0F-F9E6B5DFFA91}"/>
              </a:ext>
            </a:extLst>
          </p:cNvPr>
          <p:cNvSpPr txBox="1">
            <a:spLocks noGrp="1"/>
          </p:cNvSpPr>
          <p:nvPr>
            <p:ph type="title"/>
          </p:nvPr>
        </p:nvSpPr>
        <p:spPr>
          <a:xfrm>
            <a:off x="754546" y="339223"/>
            <a:ext cx="7673203"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solidFill>
                  <a:srgbClr val="1F497D"/>
                </a:solidFill>
                <a:latin typeface="Times New Roman" panose="02020603050405020304" pitchFamily="18" charset="0"/>
                <a:cs typeface="Times New Roman" panose="02020603050405020304" pitchFamily="18" charset="0"/>
              </a:rPr>
              <a:t>Problem Statement</a:t>
            </a:r>
            <a:endParaRPr sz="2800" dirty="0">
              <a:solidFill>
                <a:srgbClr val="1F497D"/>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F4FFB93-B25A-6E07-9744-DC1E73B6D5C4}"/>
              </a:ext>
            </a:extLst>
          </p:cNvPr>
          <p:cNvSpPr txBox="1"/>
          <p:nvPr/>
        </p:nvSpPr>
        <p:spPr>
          <a:xfrm>
            <a:off x="858125" y="1125200"/>
            <a:ext cx="4962292" cy="3785652"/>
          </a:xfrm>
          <a:prstGeom prst="rect">
            <a:avLst/>
          </a:prstGeom>
          <a:noFill/>
        </p:spPr>
        <p:txBody>
          <a:bodyPr wrap="square">
            <a:spAutoFit/>
          </a:bodyPr>
          <a:lstStyle/>
          <a:p>
            <a:pPr marL="285750" indent="-285750" algn="just">
              <a:buFont typeface="Courier New" panose="02070309020205020404" pitchFamily="49" charset="0"/>
              <a:buChar char="o"/>
            </a:pPr>
            <a:r>
              <a:rPr lang="en-GB" sz="1600" dirty="0">
                <a:latin typeface="Times New Roman" panose="02020603050405020304" pitchFamily="18" charset="0"/>
                <a:cs typeface="Times New Roman" panose="02020603050405020304" pitchFamily="18" charset="0"/>
              </a:rPr>
              <a:t>Finding relevant movies and songs is challenging due to the vast amount of content available on streaming platforms.</a:t>
            </a:r>
          </a:p>
          <a:p>
            <a:pPr marL="285750" indent="-285750" algn="just">
              <a:buFont typeface="Courier New" panose="02070309020205020404" pitchFamily="49" charset="0"/>
              <a:buChar char="o"/>
            </a:pPr>
            <a:r>
              <a:rPr lang="en-GB" sz="1600" dirty="0">
                <a:latin typeface="Times New Roman" panose="02020603050405020304" pitchFamily="18" charset="0"/>
                <a:cs typeface="Times New Roman" panose="02020603050405020304" pitchFamily="18" charset="0"/>
              </a:rPr>
              <a:t>Traditional search methods are inefficient and do not personalize recommendations based on user preferences.</a:t>
            </a:r>
          </a:p>
          <a:p>
            <a:pPr marL="285750" indent="-285750" algn="just">
              <a:buFont typeface="Courier New" panose="02070309020205020404" pitchFamily="49" charset="0"/>
              <a:buChar char="o"/>
            </a:pPr>
            <a:r>
              <a:rPr lang="en-GB" sz="1600" dirty="0">
                <a:latin typeface="Times New Roman" panose="02020603050405020304" pitchFamily="18" charset="0"/>
                <a:cs typeface="Times New Roman" panose="02020603050405020304" pitchFamily="18" charset="0"/>
              </a:rPr>
              <a:t>Existing recommendation systems face issues like the cold start problem, where new users or items lack sufficient data for accurate suggestions.</a:t>
            </a:r>
          </a:p>
          <a:p>
            <a:pPr marL="285750" indent="-285750" algn="just">
              <a:buFont typeface="Courier New" panose="02070309020205020404" pitchFamily="49" charset="0"/>
              <a:buChar char="o"/>
            </a:pPr>
            <a:r>
              <a:rPr lang="en-GB" sz="1600" dirty="0">
                <a:latin typeface="Times New Roman" panose="02020603050405020304" pitchFamily="18" charset="0"/>
                <a:cs typeface="Times New Roman" panose="02020603050405020304" pitchFamily="18" charset="0"/>
              </a:rPr>
              <a:t>Over-specialization leads to repetitive recommendations, limiting content diversity and discovery.</a:t>
            </a:r>
          </a:p>
          <a:p>
            <a:pPr marL="285750" indent="-285750" algn="just">
              <a:buFont typeface="Courier New" panose="02070309020205020404" pitchFamily="49" charset="0"/>
              <a:buChar char="o"/>
            </a:pPr>
            <a:r>
              <a:rPr lang="en-GB" sz="1600" dirty="0">
                <a:latin typeface="Times New Roman" panose="02020603050405020304" pitchFamily="18" charset="0"/>
                <a:cs typeface="Times New Roman" panose="02020603050405020304" pitchFamily="18" charset="0"/>
              </a:rPr>
              <a:t>Bias in recommendations favours popular content, making it difficult for users to explore new or niche options.</a:t>
            </a:r>
            <a:endParaRPr lang="en-US" sz="1600" dirty="0">
              <a:latin typeface="Times New Roman" panose="02020603050405020304" pitchFamily="18" charset="0"/>
              <a:cs typeface="Times New Roman" panose="02020603050405020304" pitchFamily="18" charset="0"/>
            </a:endParaRPr>
          </a:p>
        </p:txBody>
      </p:sp>
      <p:pic>
        <p:nvPicPr>
          <p:cNvPr id="12" name="Google Shape;31;p1">
            <a:extLst>
              <a:ext uri="{FF2B5EF4-FFF2-40B4-BE49-F238E27FC236}">
                <a16:creationId xmlns:a16="http://schemas.microsoft.com/office/drawing/2014/main" id="{75218620-3A09-C416-0B42-BAE644717A0D}"/>
              </a:ext>
            </a:extLst>
          </p:cNvPr>
          <p:cNvPicPr preferRelativeResize="0"/>
          <p:nvPr/>
        </p:nvPicPr>
        <p:blipFill rotWithShape="1">
          <a:blip r:embed="rId3">
            <a:alphaModFix/>
          </a:blip>
          <a:srcRect/>
          <a:stretch/>
        </p:blipFill>
        <p:spPr>
          <a:xfrm>
            <a:off x="8265253" y="-4941"/>
            <a:ext cx="865007" cy="911364"/>
          </a:xfrm>
          <a:prstGeom prst="rect">
            <a:avLst/>
          </a:prstGeom>
          <a:noFill/>
          <a:ln>
            <a:noFill/>
          </a:ln>
        </p:spPr>
      </p:pic>
      <p:pic>
        <p:nvPicPr>
          <p:cNvPr id="2" name="Picture 1"/>
          <p:cNvPicPr>
            <a:picLocks noChangeAspect="1"/>
          </p:cNvPicPr>
          <p:nvPr/>
        </p:nvPicPr>
        <p:blipFill>
          <a:blip r:embed="rId4"/>
          <a:stretch>
            <a:fillRect/>
          </a:stretch>
        </p:blipFill>
        <p:spPr>
          <a:xfrm>
            <a:off x="6093284" y="1465808"/>
            <a:ext cx="2907030" cy="2907030"/>
          </a:xfrm>
          <a:prstGeom prst="rect">
            <a:avLst/>
          </a:prstGeom>
        </p:spPr>
      </p:pic>
      <p:sp>
        <p:nvSpPr>
          <p:cNvPr id="3" name="Freeform 2">
            <a:extLst>
              <a:ext uri="{FF2B5EF4-FFF2-40B4-BE49-F238E27FC236}">
                <a16:creationId xmlns:a16="http://schemas.microsoft.com/office/drawing/2014/main" id="{42C51B12-B1B2-B282-7A0B-4E966288E89F}"/>
              </a:ext>
            </a:extLst>
          </p:cNvPr>
          <p:cNvSpPr/>
          <p:nvPr/>
        </p:nvSpPr>
        <p:spPr>
          <a:xfrm>
            <a:off x="-85714" y="-201724"/>
            <a:ext cx="1680519" cy="1530691"/>
          </a:xfrm>
          <a:custGeom>
            <a:avLst/>
            <a:gdLst/>
            <a:ahLst/>
            <a:cxnLst/>
            <a:rect l="l" t="t" r="r" b="b"/>
            <a:pathLst>
              <a:path w="4489362" h="5591318">
                <a:moveTo>
                  <a:pt x="0" y="0"/>
                </a:moveTo>
                <a:lnTo>
                  <a:pt x="4489362" y="0"/>
                </a:lnTo>
                <a:lnTo>
                  <a:pt x="4489362" y="5591318"/>
                </a:lnTo>
                <a:lnTo>
                  <a:pt x="0" y="5591318"/>
                </a:lnTo>
                <a:lnTo>
                  <a:pt x="0" y="0"/>
                </a:lnTo>
                <a:close/>
              </a:path>
            </a:pathLst>
          </a:custGeom>
          <a:blipFill>
            <a:blip r:embed="rId5"/>
            <a:stretch>
              <a:fillRect/>
            </a:stretch>
          </a:blipFill>
        </p:spPr>
        <p:txBody>
          <a:bodyPr/>
          <a:lstStyle/>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47"/>
          <p:cNvSpPr/>
          <p:nvPr/>
        </p:nvSpPr>
        <p:spPr>
          <a:xfrm>
            <a:off x="685009" y="216572"/>
            <a:ext cx="7711500" cy="510300"/>
          </a:xfrm>
          <a:prstGeom prst="roundRect">
            <a:avLst>
              <a:gd name="adj" fmla="val 26636"/>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47"/>
          <p:cNvSpPr txBox="1">
            <a:spLocks noGrp="1"/>
          </p:cNvSpPr>
          <p:nvPr>
            <p:ph type="title"/>
          </p:nvPr>
        </p:nvSpPr>
        <p:spPr>
          <a:xfrm>
            <a:off x="679009" y="287204"/>
            <a:ext cx="77175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solidFill>
                  <a:srgbClr val="1F497D"/>
                </a:solidFill>
                <a:latin typeface="Times New Roman" panose="02020603050405020304" pitchFamily="18" charset="0"/>
                <a:cs typeface="Times New Roman" panose="02020603050405020304" pitchFamily="18" charset="0"/>
              </a:rPr>
              <a:t>Objectives</a:t>
            </a:r>
            <a:endParaRPr sz="2800" dirty="0">
              <a:solidFill>
                <a:srgbClr val="1F497D"/>
              </a:solidFill>
              <a:latin typeface="Times New Roman" panose="02020603050405020304" pitchFamily="18" charset="0"/>
              <a:cs typeface="Times New Roman" panose="02020603050405020304" pitchFamily="18" charset="0"/>
            </a:endParaRPr>
          </a:p>
        </p:txBody>
      </p:sp>
      <p:graphicFrame>
        <p:nvGraphicFramePr>
          <p:cNvPr id="2" name="Diagram 1">
            <a:extLst>
              <a:ext uri="{FF2B5EF4-FFF2-40B4-BE49-F238E27FC236}">
                <a16:creationId xmlns:a16="http://schemas.microsoft.com/office/drawing/2014/main" id="{74B34D2D-F5A8-0980-82CC-81D6EBC00647}"/>
              </a:ext>
            </a:extLst>
          </p:cNvPr>
          <p:cNvGraphicFramePr/>
          <p:nvPr>
            <p:extLst>
              <p:ext uri="{D42A27DB-BD31-4B8C-83A1-F6EECF244321}">
                <p14:modId xmlns:p14="http://schemas.microsoft.com/office/powerpoint/2010/main" val="3824422117"/>
              </p:ext>
            </p:extLst>
          </p:nvPr>
        </p:nvGraphicFramePr>
        <p:xfrm>
          <a:off x="553844" y="877616"/>
          <a:ext cx="8036312" cy="40493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Google Shape;31;p1">
            <a:extLst>
              <a:ext uri="{FF2B5EF4-FFF2-40B4-BE49-F238E27FC236}">
                <a16:creationId xmlns:a16="http://schemas.microsoft.com/office/drawing/2014/main" id="{0473D7A8-8FD0-5CBB-7534-E84C7B2FBD57}"/>
              </a:ext>
            </a:extLst>
          </p:cNvPr>
          <p:cNvPicPr preferRelativeResize="0"/>
          <p:nvPr/>
        </p:nvPicPr>
        <p:blipFill rotWithShape="1">
          <a:blip r:embed="rId8">
            <a:alphaModFix/>
          </a:blip>
          <a:srcRect/>
          <a:stretch/>
        </p:blipFill>
        <p:spPr>
          <a:xfrm>
            <a:off x="8265253" y="-4941"/>
            <a:ext cx="865007" cy="911364"/>
          </a:xfrm>
          <a:prstGeom prst="rect">
            <a:avLst/>
          </a:prstGeom>
          <a:noFill/>
          <a:ln>
            <a:noFill/>
          </a:ln>
        </p:spPr>
      </p:pic>
      <p:pic>
        <p:nvPicPr>
          <p:cNvPr id="10" name="Picture 9"/>
          <p:cNvPicPr>
            <a:picLocks noChangeAspect="1"/>
          </p:cNvPicPr>
          <p:nvPr/>
        </p:nvPicPr>
        <p:blipFill>
          <a:blip r:embed="rId9"/>
          <a:stretch>
            <a:fillRect/>
          </a:stretch>
        </p:blipFill>
        <p:spPr>
          <a:xfrm>
            <a:off x="8145833" y="3840480"/>
            <a:ext cx="1550670" cy="1550670"/>
          </a:xfrm>
          <a:prstGeom prst="rect">
            <a:avLst/>
          </a:prstGeom>
        </p:spPr>
      </p:pic>
      <p:sp>
        <p:nvSpPr>
          <p:cNvPr id="4" name="Freeform 12">
            <a:extLst>
              <a:ext uri="{FF2B5EF4-FFF2-40B4-BE49-F238E27FC236}">
                <a16:creationId xmlns:a16="http://schemas.microsoft.com/office/drawing/2014/main" id="{1359709A-CC4F-16CB-2B9B-8B0F0F47EE1E}"/>
              </a:ext>
            </a:extLst>
          </p:cNvPr>
          <p:cNvSpPr/>
          <p:nvPr/>
        </p:nvSpPr>
        <p:spPr>
          <a:xfrm>
            <a:off x="553844" y="178706"/>
            <a:ext cx="714439" cy="586032"/>
          </a:xfrm>
          <a:custGeom>
            <a:avLst/>
            <a:gdLst/>
            <a:ahLst/>
            <a:cxnLst/>
            <a:rect l="l" t="t" r="r" b="b"/>
            <a:pathLst>
              <a:path w="714439" h="766154">
                <a:moveTo>
                  <a:pt x="0" y="0"/>
                </a:moveTo>
                <a:lnTo>
                  <a:pt x="714439" y="0"/>
                </a:lnTo>
                <a:lnTo>
                  <a:pt x="714439" y="766155"/>
                </a:lnTo>
                <a:lnTo>
                  <a:pt x="0" y="766155"/>
                </a:lnTo>
                <a:lnTo>
                  <a:pt x="0" y="0"/>
                </a:lnTo>
                <a:close/>
              </a:path>
            </a:pathLst>
          </a:custGeom>
          <a:blipFill>
            <a:blip r:embed="rId10"/>
            <a:stretch>
              <a:fillRect/>
            </a:stretch>
          </a:blipFill>
        </p:spPr>
      </p:sp>
      <p:sp>
        <p:nvSpPr>
          <p:cNvPr id="5" name="Freeform 17">
            <a:extLst>
              <a:ext uri="{FF2B5EF4-FFF2-40B4-BE49-F238E27FC236}">
                <a16:creationId xmlns:a16="http://schemas.microsoft.com/office/drawing/2014/main" id="{DAD181A4-507C-A208-584E-093D17F330AB}"/>
              </a:ext>
            </a:extLst>
          </p:cNvPr>
          <p:cNvSpPr/>
          <p:nvPr/>
        </p:nvSpPr>
        <p:spPr>
          <a:xfrm>
            <a:off x="42000" y="127363"/>
            <a:ext cx="615521" cy="1175161"/>
          </a:xfrm>
          <a:custGeom>
            <a:avLst/>
            <a:gdLst/>
            <a:ahLst/>
            <a:cxnLst/>
            <a:rect l="l" t="t" r="r" b="b"/>
            <a:pathLst>
              <a:path w="615521" h="1175161">
                <a:moveTo>
                  <a:pt x="0" y="0"/>
                </a:moveTo>
                <a:lnTo>
                  <a:pt x="615520" y="0"/>
                </a:lnTo>
                <a:lnTo>
                  <a:pt x="615520" y="1175161"/>
                </a:lnTo>
                <a:lnTo>
                  <a:pt x="0" y="1175161"/>
                </a:lnTo>
                <a:lnTo>
                  <a:pt x="0" y="0"/>
                </a:lnTo>
                <a:close/>
              </a:path>
            </a:pathLst>
          </a:custGeom>
          <a:blipFill>
            <a:blip r:embed="rId11"/>
            <a:stretch>
              <a:fillRect l="-429913" r="-388304" b="-390130"/>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Google Shape;841;p49"/>
          <p:cNvSpPr/>
          <p:nvPr/>
        </p:nvSpPr>
        <p:spPr>
          <a:xfrm>
            <a:off x="719275" y="527842"/>
            <a:ext cx="7711500" cy="510300"/>
          </a:xfrm>
          <a:prstGeom prst="roundRect">
            <a:avLst>
              <a:gd name="adj" fmla="val 26636"/>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49"/>
          <p:cNvSpPr txBox="1">
            <a:spLocks noGrp="1"/>
          </p:cNvSpPr>
          <p:nvPr>
            <p:ph type="title"/>
          </p:nvPr>
        </p:nvSpPr>
        <p:spPr>
          <a:xfrm>
            <a:off x="713250" y="573814"/>
            <a:ext cx="77175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solidFill>
                  <a:srgbClr val="1F497D"/>
                </a:solidFill>
                <a:latin typeface="Times New Roman" panose="02020603050405020304" pitchFamily="18" charset="0"/>
                <a:cs typeface="Times New Roman" panose="02020603050405020304" pitchFamily="18" charset="0"/>
              </a:rPr>
              <a:t>Scopes</a:t>
            </a:r>
            <a:endParaRPr sz="2800" dirty="0">
              <a:solidFill>
                <a:srgbClr val="1F497D"/>
              </a:solidFill>
              <a:latin typeface="Times New Roman" panose="02020603050405020304" pitchFamily="18" charset="0"/>
              <a:cs typeface="Times New Roman" panose="02020603050405020304" pitchFamily="18" charset="0"/>
            </a:endParaRPr>
          </a:p>
        </p:txBody>
      </p:sp>
      <p:sp>
        <p:nvSpPr>
          <p:cNvPr id="9" name="Subtitle 8">
            <a:extLst>
              <a:ext uri="{FF2B5EF4-FFF2-40B4-BE49-F238E27FC236}">
                <a16:creationId xmlns:a16="http://schemas.microsoft.com/office/drawing/2014/main" id="{8F1247A8-3684-42CB-332E-8C1A8A13EC64}"/>
              </a:ext>
            </a:extLst>
          </p:cNvPr>
          <p:cNvSpPr>
            <a:spLocks noGrp="1"/>
          </p:cNvSpPr>
          <p:nvPr>
            <p:ph type="subTitle" idx="4"/>
          </p:nvPr>
        </p:nvSpPr>
        <p:spPr>
          <a:xfrm>
            <a:off x="3717758" y="1297474"/>
            <a:ext cx="5220501" cy="4059386"/>
          </a:xfrm>
        </p:spPr>
        <p:txBody>
          <a:bodyPr/>
          <a:lstStyle/>
          <a:p>
            <a:pPr>
              <a:buFont typeface="Courier New" panose="02070309020205020404" pitchFamily="49" charset="0"/>
              <a:buChar char="o"/>
            </a:pPr>
            <a:r>
              <a:rPr lang="en-GB" b="1" dirty="0">
                <a:latin typeface="Times New Roman" panose="02020603050405020304" pitchFamily="18" charset="0"/>
                <a:cs typeface="Times New Roman" panose="02020603050405020304" pitchFamily="18" charset="0"/>
              </a:rPr>
              <a:t>Integration with Streaming Platforms</a:t>
            </a:r>
            <a:r>
              <a:rPr lang="en-GB" dirty="0">
                <a:latin typeface="Times New Roman" panose="02020603050405020304" pitchFamily="18" charset="0"/>
                <a:cs typeface="Times New Roman" panose="02020603050405020304" pitchFamily="18" charset="0"/>
              </a:rPr>
              <a:t> – Can be deployed on OTT platforms like </a:t>
            </a:r>
            <a:r>
              <a:rPr lang="en-GB" b="1" dirty="0">
                <a:latin typeface="Times New Roman" panose="02020603050405020304" pitchFamily="18" charset="0"/>
                <a:cs typeface="Times New Roman" panose="02020603050405020304" pitchFamily="18" charset="0"/>
              </a:rPr>
              <a:t>Netflix, Prime Video, or Disney+</a:t>
            </a:r>
            <a:r>
              <a:rPr lang="en-GB" dirty="0">
                <a:latin typeface="Times New Roman" panose="02020603050405020304" pitchFamily="18" charset="0"/>
                <a:cs typeface="Times New Roman" panose="02020603050405020304" pitchFamily="18" charset="0"/>
              </a:rPr>
              <a:t>.</a:t>
            </a:r>
          </a:p>
          <a:p>
            <a:pPr marL="139700" indent="0"/>
            <a:endParaRPr lang="en-GB"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GB" dirty="0">
                <a:latin typeface="Times New Roman" panose="02020603050405020304" pitchFamily="18" charset="0"/>
                <a:cs typeface="Times New Roman" panose="02020603050405020304" pitchFamily="18" charset="0"/>
              </a:rPr>
              <a:t> </a:t>
            </a:r>
            <a:r>
              <a:rPr lang="en-GB" b="1" dirty="0">
                <a:latin typeface="Times New Roman" panose="02020603050405020304" pitchFamily="18" charset="0"/>
                <a:cs typeface="Times New Roman" panose="02020603050405020304" pitchFamily="18" charset="0"/>
              </a:rPr>
              <a:t>Real-Time Recommendations</a:t>
            </a:r>
            <a:r>
              <a:rPr lang="en-GB" dirty="0">
                <a:latin typeface="Times New Roman" panose="02020603050405020304" pitchFamily="18" charset="0"/>
                <a:cs typeface="Times New Roman" panose="02020603050405020304" pitchFamily="18" charset="0"/>
              </a:rPr>
              <a:t> – Adapting to user behaviour in real-time for dynamic suggestions.</a:t>
            </a:r>
          </a:p>
          <a:p>
            <a:pPr marL="139700" indent="0"/>
            <a:endParaRPr lang="en-GB"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GB" b="1" dirty="0">
                <a:latin typeface="Times New Roman" panose="02020603050405020304" pitchFamily="18" charset="0"/>
                <a:cs typeface="Times New Roman" panose="02020603050405020304" pitchFamily="18" charset="0"/>
              </a:rPr>
              <a:t>Multi-Language Support</a:t>
            </a:r>
            <a:r>
              <a:rPr lang="en-GB" dirty="0">
                <a:latin typeface="Times New Roman" panose="02020603050405020304" pitchFamily="18" charset="0"/>
                <a:cs typeface="Times New Roman" panose="02020603050405020304" pitchFamily="18" charset="0"/>
              </a:rPr>
              <a:t> – Expanding recommendations to non-English movies based on subtitles and reviews.</a:t>
            </a:r>
          </a:p>
          <a:p>
            <a:pPr marL="139700" indent="0"/>
            <a:endParaRPr lang="en-GB"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b="1" dirty="0">
                <a:latin typeface="Times New Roman" panose="02020603050405020304" pitchFamily="18" charset="0"/>
                <a:cs typeface="Times New Roman" panose="02020603050405020304" pitchFamily="18" charset="0"/>
              </a:rPr>
              <a:t>User Data Analysis</a:t>
            </a:r>
            <a:r>
              <a:rPr lang="en-US" dirty="0">
                <a:latin typeface="Times New Roman" panose="02020603050405020304" pitchFamily="18" charset="0"/>
                <a:cs typeface="Times New Roman" panose="02020603050405020304" pitchFamily="18" charset="0"/>
              </a:rPr>
              <a:t> – Tracks and learns from user interactions to refine future recommendations</a:t>
            </a:r>
            <a:endParaRPr lang="en-GB" dirty="0">
              <a:latin typeface="Times New Roman" panose="02020603050405020304" pitchFamily="18" charset="0"/>
              <a:cs typeface="Times New Roman" panose="02020603050405020304" pitchFamily="18" charset="0"/>
            </a:endParaRPr>
          </a:p>
          <a:p>
            <a:pPr marL="139700" indent="0"/>
            <a:endParaRPr lang="en-GB"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GB" dirty="0">
                <a:latin typeface="Times New Roman" panose="02020603050405020304" pitchFamily="18" charset="0"/>
                <a:cs typeface="Times New Roman" panose="02020603050405020304" pitchFamily="18" charset="0"/>
              </a:rPr>
              <a:t>This system aims to revolutionize the movie recommendation process by making it </a:t>
            </a:r>
            <a:r>
              <a:rPr lang="en-GB" b="1" dirty="0">
                <a:latin typeface="Times New Roman" panose="02020603050405020304" pitchFamily="18" charset="0"/>
                <a:cs typeface="Times New Roman" panose="02020603050405020304" pitchFamily="18" charset="0"/>
              </a:rPr>
              <a:t>smarter, more personalized, and highly efficient</a:t>
            </a:r>
            <a:r>
              <a:rPr lang="en-GB" dirty="0">
                <a:latin typeface="Times New Roman" panose="02020603050405020304" pitchFamily="18" charset="0"/>
                <a:cs typeface="Times New Roman" panose="02020603050405020304" pitchFamily="18" charset="0"/>
              </a:rPr>
              <a:t> for users. </a:t>
            </a:r>
          </a:p>
          <a:p>
            <a:pPr marL="139700" indent="0"/>
            <a:endParaRPr lang="en-GB" dirty="0">
              <a:latin typeface="Times New Roman" panose="02020603050405020304" pitchFamily="18" charset="0"/>
              <a:cs typeface="Times New Roman" panose="02020603050405020304" pitchFamily="18" charset="0"/>
            </a:endParaRPr>
          </a:p>
          <a:p>
            <a:endParaRPr lang="en-IN" dirty="0"/>
          </a:p>
        </p:txBody>
      </p:sp>
      <p:pic>
        <p:nvPicPr>
          <p:cNvPr id="10" name="Google Shape;31;p1">
            <a:extLst>
              <a:ext uri="{FF2B5EF4-FFF2-40B4-BE49-F238E27FC236}">
                <a16:creationId xmlns:a16="http://schemas.microsoft.com/office/drawing/2014/main" id="{EA0BC0C7-3B0E-2B8B-DE8D-58DA78E35E70}"/>
              </a:ext>
            </a:extLst>
          </p:cNvPr>
          <p:cNvPicPr preferRelativeResize="0"/>
          <p:nvPr/>
        </p:nvPicPr>
        <p:blipFill rotWithShape="1">
          <a:blip r:embed="rId3">
            <a:alphaModFix/>
          </a:blip>
          <a:srcRect/>
          <a:stretch/>
        </p:blipFill>
        <p:spPr>
          <a:xfrm>
            <a:off x="8265253" y="-4941"/>
            <a:ext cx="865007" cy="911364"/>
          </a:xfrm>
          <a:prstGeom prst="rect">
            <a:avLst/>
          </a:prstGeom>
          <a:noFill/>
          <a:ln>
            <a:noFill/>
          </a:ln>
        </p:spPr>
      </p:pic>
      <p:sp>
        <p:nvSpPr>
          <p:cNvPr id="28" name="Freeform 11"/>
          <p:cNvSpPr/>
          <p:nvPr/>
        </p:nvSpPr>
        <p:spPr>
          <a:xfrm>
            <a:off x="289561" y="1482656"/>
            <a:ext cx="3566160" cy="3264874"/>
          </a:xfrm>
          <a:custGeom>
            <a:avLst/>
            <a:gdLst/>
            <a:ahLst/>
            <a:cxnLst/>
            <a:rect l="l" t="t" r="r" b="b"/>
            <a:pathLst>
              <a:path w="13180197" h="7311438">
                <a:moveTo>
                  <a:pt x="0" y="0"/>
                </a:moveTo>
                <a:lnTo>
                  <a:pt x="13180197" y="0"/>
                </a:lnTo>
                <a:lnTo>
                  <a:pt x="13180197" y="7311437"/>
                </a:lnTo>
                <a:lnTo>
                  <a:pt x="0" y="73114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6" name="Google Shape;841;p49">
            <a:extLst>
              <a:ext uri="{FF2B5EF4-FFF2-40B4-BE49-F238E27FC236}">
                <a16:creationId xmlns:a16="http://schemas.microsoft.com/office/drawing/2014/main" id="{1ABE4EC2-E5EA-7793-A471-13E0FDDA137E}"/>
              </a:ext>
            </a:extLst>
          </p:cNvPr>
          <p:cNvSpPr/>
          <p:nvPr/>
        </p:nvSpPr>
        <p:spPr>
          <a:xfrm>
            <a:off x="719275" y="527842"/>
            <a:ext cx="7711500" cy="510300"/>
          </a:xfrm>
          <a:prstGeom prst="roundRect">
            <a:avLst>
              <a:gd name="adj" fmla="val 26636"/>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F497D"/>
              </a:solidFill>
            </a:endParaRPr>
          </a:p>
        </p:txBody>
      </p:sp>
      <p:sp>
        <p:nvSpPr>
          <p:cNvPr id="7" name="Google Shape;842;p49">
            <a:extLst>
              <a:ext uri="{FF2B5EF4-FFF2-40B4-BE49-F238E27FC236}">
                <a16:creationId xmlns:a16="http://schemas.microsoft.com/office/drawing/2014/main" id="{43B1CCEC-9EDC-D5D2-9EB2-555C32B95247}"/>
              </a:ext>
            </a:extLst>
          </p:cNvPr>
          <p:cNvSpPr txBox="1">
            <a:spLocks noGrp="1"/>
          </p:cNvSpPr>
          <p:nvPr>
            <p:ph type="title"/>
          </p:nvPr>
        </p:nvSpPr>
        <p:spPr>
          <a:xfrm>
            <a:off x="707225" y="554392"/>
            <a:ext cx="77175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solidFill>
                  <a:srgbClr val="1F497D"/>
                </a:solidFill>
                <a:latin typeface="Times New Roman" panose="02020603050405020304" pitchFamily="18" charset="0"/>
                <a:cs typeface="Times New Roman" panose="02020603050405020304" pitchFamily="18" charset="0"/>
              </a:rPr>
              <a:t>Flowchart</a:t>
            </a:r>
            <a:endParaRPr sz="2800" dirty="0">
              <a:solidFill>
                <a:srgbClr val="1F497D"/>
              </a:solidFill>
              <a:latin typeface="Times New Roman" panose="02020603050405020304" pitchFamily="18" charset="0"/>
              <a:cs typeface="Times New Roman" panose="02020603050405020304" pitchFamily="18" charset="0"/>
            </a:endParaRPr>
          </a:p>
        </p:txBody>
      </p:sp>
      <p:pic>
        <p:nvPicPr>
          <p:cNvPr id="8" name="Google Shape;31;p1">
            <a:extLst>
              <a:ext uri="{FF2B5EF4-FFF2-40B4-BE49-F238E27FC236}">
                <a16:creationId xmlns:a16="http://schemas.microsoft.com/office/drawing/2014/main" id="{2B9E3F35-7F58-5175-EE3E-489DF6FBDE94}"/>
              </a:ext>
            </a:extLst>
          </p:cNvPr>
          <p:cNvPicPr preferRelativeResize="0"/>
          <p:nvPr/>
        </p:nvPicPr>
        <p:blipFill rotWithShape="1">
          <a:blip r:embed="rId3">
            <a:alphaModFix/>
          </a:blip>
          <a:srcRect/>
          <a:stretch/>
        </p:blipFill>
        <p:spPr>
          <a:xfrm>
            <a:off x="8265253" y="-4941"/>
            <a:ext cx="865007" cy="911364"/>
          </a:xfrm>
          <a:prstGeom prst="rect">
            <a:avLst/>
          </a:prstGeom>
          <a:noFill/>
          <a:ln>
            <a:noFill/>
          </a:ln>
        </p:spPr>
      </p:pic>
      <p:pic>
        <p:nvPicPr>
          <p:cNvPr id="10" name="Picture 9">
            <a:extLst>
              <a:ext uri="{FF2B5EF4-FFF2-40B4-BE49-F238E27FC236}">
                <a16:creationId xmlns:a16="http://schemas.microsoft.com/office/drawing/2014/main" id="{01891897-282A-80B5-C7AD-9C3873504D87}"/>
              </a:ext>
            </a:extLst>
          </p:cNvPr>
          <p:cNvPicPr>
            <a:picLocks noChangeAspect="1"/>
          </p:cNvPicPr>
          <p:nvPr/>
        </p:nvPicPr>
        <p:blipFill>
          <a:blip r:embed="rId4"/>
          <a:stretch>
            <a:fillRect/>
          </a:stretch>
        </p:blipFill>
        <p:spPr>
          <a:xfrm>
            <a:off x="2042160" y="1064692"/>
            <a:ext cx="5080000" cy="407880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24" name="Google Shape;924;p51"/>
          <p:cNvSpPr/>
          <p:nvPr/>
        </p:nvSpPr>
        <p:spPr>
          <a:xfrm rot="6584380">
            <a:off x="6430093" y="805243"/>
            <a:ext cx="343952" cy="309012"/>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41;p49">
            <a:extLst>
              <a:ext uri="{FF2B5EF4-FFF2-40B4-BE49-F238E27FC236}">
                <a16:creationId xmlns:a16="http://schemas.microsoft.com/office/drawing/2014/main" id="{3E938E00-7CA9-E82C-F7B1-1923521F23A8}"/>
              </a:ext>
            </a:extLst>
          </p:cNvPr>
          <p:cNvSpPr/>
          <p:nvPr/>
        </p:nvSpPr>
        <p:spPr>
          <a:xfrm>
            <a:off x="1918009" y="527842"/>
            <a:ext cx="5360019" cy="443685"/>
          </a:xfrm>
          <a:prstGeom prst="roundRect">
            <a:avLst>
              <a:gd name="adj" fmla="val 26636"/>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42;p49">
            <a:extLst>
              <a:ext uri="{FF2B5EF4-FFF2-40B4-BE49-F238E27FC236}">
                <a16:creationId xmlns:a16="http://schemas.microsoft.com/office/drawing/2014/main" id="{C8A181AC-B3C7-FD27-A778-46E01830E989}"/>
              </a:ext>
            </a:extLst>
          </p:cNvPr>
          <p:cNvSpPr txBox="1">
            <a:spLocks noGrp="1"/>
          </p:cNvSpPr>
          <p:nvPr>
            <p:ph type="title"/>
          </p:nvPr>
        </p:nvSpPr>
        <p:spPr>
          <a:xfrm>
            <a:off x="707225" y="554392"/>
            <a:ext cx="7723550" cy="40819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solidFill>
                  <a:srgbClr val="1F497D"/>
                </a:solidFill>
                <a:latin typeface="Times New Roman" panose="02020603050405020304" pitchFamily="18" charset="0"/>
                <a:cs typeface="Times New Roman" panose="02020603050405020304" pitchFamily="18" charset="0"/>
              </a:rPr>
              <a:t>Experimental Setup</a:t>
            </a:r>
            <a:endParaRPr sz="2800" dirty="0">
              <a:solidFill>
                <a:srgbClr val="1F497D"/>
              </a:solidFill>
              <a:latin typeface="Times New Roman" panose="02020603050405020304" pitchFamily="18" charset="0"/>
              <a:cs typeface="Times New Roman" panose="02020603050405020304" pitchFamily="18" charset="0"/>
            </a:endParaRPr>
          </a:p>
        </p:txBody>
      </p:sp>
      <p:sp>
        <p:nvSpPr>
          <p:cNvPr id="11" name="Speech Bubble: Rectangle with Corners Rounded 10">
            <a:extLst>
              <a:ext uri="{FF2B5EF4-FFF2-40B4-BE49-F238E27FC236}">
                <a16:creationId xmlns:a16="http://schemas.microsoft.com/office/drawing/2014/main" id="{01C0B8E7-824A-99F3-61CE-0C7AD2A2C87F}"/>
              </a:ext>
            </a:extLst>
          </p:cNvPr>
          <p:cNvSpPr/>
          <p:nvPr/>
        </p:nvSpPr>
        <p:spPr>
          <a:xfrm>
            <a:off x="597610" y="1494461"/>
            <a:ext cx="4878629" cy="3453459"/>
          </a:xfrm>
          <a:prstGeom prst="wedgeRoundRectCallout">
            <a:avLst>
              <a:gd name="adj1" fmla="val -20282"/>
              <a:gd name="adj2" fmla="val 49851"/>
              <a:gd name="adj3" fmla="val 16667"/>
            </a:avLst>
          </a:prstGeom>
          <a:solidFill>
            <a:schemeClr val="accent2">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marL="342900" lvl="0" indent="-342900" algn="just">
              <a:spcBef>
                <a:spcPts val="1200"/>
              </a:spcBef>
              <a:spcAft>
                <a:spcPts val="1200"/>
              </a:spcAft>
              <a:buSzPts val="1000"/>
              <a:buFont typeface="Symbol" panose="05050102010706020507" pitchFamily="18" charset="2"/>
              <a:buChar char=""/>
              <a:tabLst>
                <a:tab pos="457200" algn="l"/>
              </a:tabLst>
            </a:pPr>
            <a:r>
              <a:rPr lang="en-IN" b="1" dirty="0">
                <a:solidFill>
                  <a:schemeClr val="accent4">
                    <a:lumMod val="50000"/>
                  </a:schemeClr>
                </a:solidFill>
                <a:effectLst/>
                <a:latin typeface="Times New Roman" panose="02020603050405020304" pitchFamily="18" charset="0"/>
                <a:ea typeface="Arial" panose="020B0604020202020204" pitchFamily="34" charset="0"/>
              </a:rPr>
              <a:t>Hardware:</a:t>
            </a:r>
            <a:r>
              <a:rPr lang="en-IN" dirty="0">
                <a:solidFill>
                  <a:schemeClr val="accent4">
                    <a:lumMod val="50000"/>
                  </a:schemeClr>
                </a:solidFill>
                <a:effectLst/>
                <a:latin typeface="Times New Roman" panose="02020603050405020304" pitchFamily="18" charset="0"/>
                <a:ea typeface="Arial" panose="020B0604020202020204" pitchFamily="34" charset="0"/>
              </a:rPr>
              <a:t> PC/Laptop with intel core i5, 8 GB RAM, 256 GD SSD, 1080p monitor.</a:t>
            </a:r>
            <a:endParaRPr lang="en-IN" dirty="0">
              <a:solidFill>
                <a:schemeClr val="accent4">
                  <a:lumMod val="50000"/>
                </a:schemeClr>
              </a:solidFill>
              <a:effectLst/>
              <a:latin typeface="Arial" panose="020B0604020202020204" pitchFamily="34" charset="0"/>
              <a:ea typeface="Arial" panose="020B0604020202020204" pitchFamily="34" charset="0"/>
            </a:endParaRPr>
          </a:p>
          <a:p>
            <a:pPr marL="342900" lvl="0" indent="-342900" algn="just">
              <a:spcBef>
                <a:spcPts val="1200"/>
              </a:spcBef>
              <a:spcAft>
                <a:spcPts val="1200"/>
              </a:spcAft>
              <a:buSzPts val="1000"/>
              <a:buFont typeface="Symbol" panose="05050102010706020507" pitchFamily="18" charset="2"/>
              <a:buChar char=""/>
              <a:tabLst>
                <a:tab pos="457200" algn="l"/>
              </a:tabLst>
            </a:pPr>
            <a:r>
              <a:rPr lang="en-IN" b="1" dirty="0">
                <a:solidFill>
                  <a:schemeClr val="accent4">
                    <a:lumMod val="50000"/>
                  </a:schemeClr>
                </a:solidFill>
                <a:effectLst/>
                <a:latin typeface="Times New Roman" panose="02020603050405020304" pitchFamily="18" charset="0"/>
                <a:ea typeface="Arial" panose="020B0604020202020204" pitchFamily="34" charset="0"/>
              </a:rPr>
              <a:t>Software:</a:t>
            </a:r>
            <a:endParaRPr lang="en-IN" dirty="0">
              <a:solidFill>
                <a:schemeClr val="accent4">
                  <a:lumMod val="50000"/>
                </a:schemeClr>
              </a:solidFill>
              <a:effectLst/>
              <a:latin typeface="Arial" panose="020B0604020202020204" pitchFamily="34" charset="0"/>
              <a:ea typeface="Arial" panose="020B0604020202020204" pitchFamily="34" charset="0"/>
            </a:endParaRPr>
          </a:p>
          <a:p>
            <a:pPr marL="742950" lvl="1" indent="-285750" algn="just">
              <a:buSzPts val="1000"/>
              <a:buFont typeface="Courier New" panose="02070309020205020404" pitchFamily="49" charset="0"/>
              <a:buChar char="o"/>
              <a:tabLst>
                <a:tab pos="914400" algn="l"/>
              </a:tabLst>
            </a:pPr>
            <a:r>
              <a:rPr lang="en-IN" b="1" dirty="0">
                <a:solidFill>
                  <a:schemeClr val="accent4"/>
                </a:solidFill>
                <a:latin typeface="Times New Roman" panose="02020603050405020304" pitchFamily="18" charset="0"/>
                <a:cs typeface="Times New Roman" panose="02020603050405020304" pitchFamily="18" charset="0"/>
              </a:rPr>
              <a:t>Programming Language:</a:t>
            </a:r>
            <a:r>
              <a:rPr lang="en-IN" dirty="0">
                <a:solidFill>
                  <a:schemeClr val="accent4"/>
                </a:solidFill>
                <a:latin typeface="Times New Roman" panose="02020603050405020304" pitchFamily="18" charset="0"/>
                <a:cs typeface="Times New Roman" panose="02020603050405020304" pitchFamily="18" charset="0"/>
              </a:rPr>
              <a:t> Python </a:t>
            </a:r>
            <a:endParaRPr lang="en-IN" dirty="0">
              <a:solidFill>
                <a:schemeClr val="accent4"/>
              </a:solidFill>
              <a:effectLst/>
              <a:latin typeface="Times New Roman" panose="02020603050405020304" pitchFamily="18" charset="0"/>
              <a:ea typeface="Arial" panose="020B0604020202020204" pitchFamily="34" charset="0"/>
              <a:cs typeface="Times New Roman" panose="02020603050405020304" pitchFamily="18" charset="0"/>
            </a:endParaRPr>
          </a:p>
          <a:p>
            <a:pPr marL="742950" lvl="1" indent="-285750" algn="just">
              <a:buSzPts val="1000"/>
              <a:buFont typeface="Courier New" panose="02070309020205020404" pitchFamily="49" charset="0"/>
              <a:buChar char="o"/>
              <a:tabLst>
                <a:tab pos="914400" algn="l"/>
              </a:tabLst>
            </a:pPr>
            <a:r>
              <a:rPr lang="en-US" b="1" dirty="0">
                <a:solidFill>
                  <a:schemeClr val="accent4"/>
                </a:solidFill>
                <a:latin typeface="Times New Roman" panose="02020603050405020304" pitchFamily="18" charset="0"/>
                <a:cs typeface="Times New Roman" panose="02020603050405020304" pitchFamily="18" charset="0"/>
              </a:rPr>
              <a:t>Framework:</a:t>
            </a:r>
            <a:r>
              <a:rPr lang="en-US" dirty="0">
                <a:solidFill>
                  <a:schemeClr val="accent4"/>
                </a:solidFill>
                <a:latin typeface="Times New Roman" panose="02020603050405020304" pitchFamily="18" charset="0"/>
                <a:cs typeface="Times New Roman" panose="02020603050405020304" pitchFamily="18" charset="0"/>
              </a:rPr>
              <a:t> Flask (for backend development)</a:t>
            </a:r>
            <a:endParaRPr lang="en-IN" dirty="0">
              <a:solidFill>
                <a:schemeClr val="accent4"/>
              </a:solidFill>
              <a:effectLst/>
              <a:latin typeface="Times New Roman" panose="02020603050405020304" pitchFamily="18" charset="0"/>
              <a:ea typeface="Arial" panose="020B0604020202020204" pitchFamily="34" charset="0"/>
              <a:cs typeface="Times New Roman" panose="02020603050405020304" pitchFamily="18" charset="0"/>
            </a:endParaRPr>
          </a:p>
          <a:p>
            <a:pPr marL="742950" lvl="1" indent="-285750" algn="just">
              <a:buSzPts val="1000"/>
              <a:buFont typeface="Courier New" panose="02070309020205020404" pitchFamily="49" charset="0"/>
              <a:buChar char="o"/>
              <a:tabLst>
                <a:tab pos="914400" algn="l"/>
              </a:tabLst>
            </a:pPr>
            <a:r>
              <a:rPr lang="en-US" b="1" dirty="0">
                <a:solidFill>
                  <a:schemeClr val="accent4"/>
                </a:solidFill>
                <a:latin typeface="Times New Roman" panose="02020603050405020304" pitchFamily="18" charset="0"/>
                <a:cs typeface="Times New Roman" panose="02020603050405020304" pitchFamily="18" charset="0"/>
              </a:rPr>
              <a:t>Machine Learning Libraries:</a:t>
            </a:r>
            <a:r>
              <a:rPr lang="en-US" dirty="0">
                <a:solidFill>
                  <a:schemeClr val="accent4"/>
                </a:solidFill>
                <a:latin typeface="Times New Roman" panose="02020603050405020304" pitchFamily="18" charset="0"/>
                <a:cs typeface="Times New Roman" panose="02020603050405020304" pitchFamily="18" charset="0"/>
              </a:rPr>
              <a:t> Scikit-learn, Pandas, NumPy</a:t>
            </a:r>
          </a:p>
          <a:p>
            <a:pPr marL="742950" lvl="1" indent="-285750" algn="just">
              <a:buSzPts val="1000"/>
              <a:buFont typeface="Courier New" panose="02070309020205020404" pitchFamily="49" charset="0"/>
              <a:buChar char="o"/>
              <a:tabLst>
                <a:tab pos="914400" algn="l"/>
              </a:tabLst>
            </a:pPr>
            <a:r>
              <a:rPr lang="en-IN" b="1" dirty="0">
                <a:solidFill>
                  <a:schemeClr val="accent4"/>
                </a:solidFill>
                <a:latin typeface="Times New Roman" panose="02020603050405020304" pitchFamily="18" charset="0"/>
                <a:cs typeface="Times New Roman" panose="02020603050405020304" pitchFamily="18" charset="0"/>
              </a:rPr>
              <a:t>Chatbot Integration: </a:t>
            </a:r>
            <a:r>
              <a:rPr lang="en-IN" dirty="0">
                <a:solidFill>
                  <a:schemeClr val="accent4"/>
                </a:solidFill>
                <a:latin typeface="Times New Roman" panose="02020603050405020304" pitchFamily="18" charset="0"/>
                <a:cs typeface="Times New Roman" panose="02020603050405020304" pitchFamily="18" charset="0"/>
              </a:rPr>
              <a:t>Custom NLP Model, </a:t>
            </a:r>
            <a:r>
              <a:rPr lang="en-IN" dirty="0" err="1">
                <a:solidFill>
                  <a:schemeClr val="accent4"/>
                </a:solidFill>
                <a:latin typeface="Times New Roman" panose="02020603050405020304" pitchFamily="18" charset="0"/>
                <a:cs typeface="Times New Roman" panose="02020603050405020304" pitchFamily="18" charset="0"/>
              </a:rPr>
              <a:t>Chatgpt</a:t>
            </a:r>
            <a:r>
              <a:rPr lang="en-IN" dirty="0">
                <a:solidFill>
                  <a:schemeClr val="accent4"/>
                </a:solidFill>
                <a:latin typeface="Times New Roman" panose="02020603050405020304" pitchFamily="18" charset="0"/>
                <a:cs typeface="Times New Roman" panose="02020603050405020304" pitchFamily="18" charset="0"/>
              </a:rPr>
              <a:t> Api</a:t>
            </a:r>
            <a:endParaRPr lang="en-IN" dirty="0">
              <a:solidFill>
                <a:schemeClr val="accent4"/>
              </a:solidFill>
              <a:effectLst/>
              <a:latin typeface="Times New Roman" panose="02020603050405020304" pitchFamily="18" charset="0"/>
              <a:ea typeface="Arial" panose="020B0604020202020204" pitchFamily="34" charset="0"/>
              <a:cs typeface="Times New Roman" panose="02020603050405020304" pitchFamily="18" charset="0"/>
            </a:endParaRPr>
          </a:p>
          <a:p>
            <a:pPr marL="742950" lvl="1" indent="-285750" algn="just">
              <a:buSzPts val="1000"/>
              <a:buFont typeface="Courier New" panose="02070309020205020404" pitchFamily="49" charset="0"/>
              <a:buChar char="o"/>
              <a:tabLst>
                <a:tab pos="914400" algn="l"/>
              </a:tabLst>
            </a:pPr>
            <a:r>
              <a:rPr lang="en-US" b="1" dirty="0">
                <a:solidFill>
                  <a:schemeClr val="accent4"/>
                </a:solidFill>
                <a:latin typeface="Times New Roman" panose="02020603050405020304" pitchFamily="18" charset="0"/>
                <a:cs typeface="Times New Roman" panose="02020603050405020304" pitchFamily="18" charset="0"/>
              </a:rPr>
              <a:t>Development </a:t>
            </a:r>
            <a:r>
              <a:rPr lang="en-US" b="1">
                <a:solidFill>
                  <a:schemeClr val="accent4"/>
                </a:solidFill>
                <a:latin typeface="Times New Roman" panose="02020603050405020304" pitchFamily="18" charset="0"/>
                <a:cs typeface="Times New Roman" panose="02020603050405020304" pitchFamily="18" charset="0"/>
              </a:rPr>
              <a:t>Tools:</a:t>
            </a:r>
            <a:r>
              <a:rPr lang="en-US">
                <a:solidFill>
                  <a:schemeClr val="accent4"/>
                </a:solidFill>
                <a:latin typeface="Times New Roman" panose="02020603050405020304" pitchFamily="18" charset="0"/>
                <a:cs typeface="Times New Roman" panose="02020603050405020304" pitchFamily="18" charset="0"/>
              </a:rPr>
              <a:t> VS Code.</a:t>
            </a:r>
            <a:endParaRPr lang="en-IN" dirty="0">
              <a:solidFill>
                <a:schemeClr val="accent4"/>
              </a:solidFill>
              <a:effectLst/>
              <a:latin typeface="Times New Roman" panose="02020603050405020304" pitchFamily="18" charset="0"/>
              <a:ea typeface="Arial" panose="020B0604020202020204" pitchFamily="34" charset="0"/>
              <a:cs typeface="Times New Roman" panose="02020603050405020304" pitchFamily="18" charset="0"/>
            </a:endParaRPr>
          </a:p>
          <a:p>
            <a:pPr marL="742950" lvl="1" indent="-285750" algn="just">
              <a:buSzPts val="1000"/>
              <a:buFont typeface="Courier New" panose="02070309020205020404" pitchFamily="49" charset="0"/>
              <a:buChar char="o"/>
              <a:tabLst>
                <a:tab pos="914400" algn="l"/>
              </a:tabLst>
            </a:pPr>
            <a:r>
              <a:rPr lang="en-IN" b="1" dirty="0">
                <a:solidFill>
                  <a:schemeClr val="accent4"/>
                </a:solidFill>
                <a:latin typeface="Times New Roman" panose="02020603050405020304" pitchFamily="18" charset="0"/>
                <a:cs typeface="Times New Roman" panose="02020603050405020304" pitchFamily="18" charset="0"/>
              </a:rPr>
              <a:t>Database:</a:t>
            </a:r>
            <a:r>
              <a:rPr lang="en-IN" dirty="0">
                <a:solidFill>
                  <a:schemeClr val="accent4"/>
                </a:solidFill>
                <a:latin typeface="Times New Roman" panose="02020603050405020304" pitchFamily="18" charset="0"/>
                <a:cs typeface="Times New Roman" panose="02020603050405020304" pitchFamily="18" charset="0"/>
              </a:rPr>
              <a:t> SQLite (for storing user preferences)</a:t>
            </a:r>
            <a:endParaRPr lang="en-IN" dirty="0">
              <a:solidFill>
                <a:schemeClr val="accent4"/>
              </a:solidFill>
              <a:effectLst/>
              <a:latin typeface="Times New Roman" panose="02020603050405020304" pitchFamily="18" charset="0"/>
              <a:ea typeface="Arial" panose="020B0604020202020204" pitchFamily="34" charset="0"/>
              <a:cs typeface="Times New Roman" panose="02020603050405020304" pitchFamily="18" charset="0"/>
            </a:endParaRPr>
          </a:p>
          <a:p>
            <a:pPr marL="742950" lvl="1" indent="-285750" algn="just">
              <a:buSzPts val="1000"/>
              <a:buFont typeface="Courier New" panose="02070309020205020404" pitchFamily="49" charset="0"/>
              <a:buChar char="o"/>
              <a:tabLst>
                <a:tab pos="914400" algn="l"/>
              </a:tabLst>
            </a:pPr>
            <a:r>
              <a:rPr lang="en-US" b="1" dirty="0">
                <a:solidFill>
                  <a:schemeClr val="accent4"/>
                </a:solidFill>
                <a:latin typeface="Times New Roman" panose="02020603050405020304" pitchFamily="18" charset="0"/>
                <a:cs typeface="Times New Roman" panose="02020603050405020304" pitchFamily="18" charset="0"/>
              </a:rPr>
              <a:t>Deployment:</a:t>
            </a:r>
            <a:r>
              <a:rPr lang="en-US" dirty="0">
                <a:solidFill>
                  <a:schemeClr val="accent4"/>
                </a:solidFill>
                <a:latin typeface="Times New Roman" panose="02020603050405020304" pitchFamily="18" charset="0"/>
                <a:cs typeface="Times New Roman" panose="02020603050405020304" pitchFamily="18" charset="0"/>
              </a:rPr>
              <a:t> Flask Server / Cloud Platforms </a:t>
            </a:r>
            <a:r>
              <a:rPr lang="en-US" dirty="0" err="1">
                <a:solidFill>
                  <a:schemeClr val="accent4"/>
                </a:solidFill>
                <a:latin typeface="Times New Roman" panose="02020603050405020304" pitchFamily="18" charset="0"/>
                <a:cs typeface="Times New Roman" panose="02020603050405020304" pitchFamily="18" charset="0"/>
              </a:rPr>
              <a:t>Streamlit</a:t>
            </a:r>
            <a:endParaRPr lang="en-IN" dirty="0">
              <a:solidFill>
                <a:schemeClr val="accent4"/>
              </a:solidFill>
              <a:effectLst/>
              <a:latin typeface="Times New Roman" panose="02020603050405020304" pitchFamily="18" charset="0"/>
              <a:ea typeface="Arial" panose="020B0604020202020204" pitchFamily="34" charset="0"/>
              <a:cs typeface="Times New Roman" panose="02020603050405020304" pitchFamily="18" charset="0"/>
            </a:endParaRPr>
          </a:p>
        </p:txBody>
      </p:sp>
      <p:pic>
        <p:nvPicPr>
          <p:cNvPr id="12" name="Google Shape;31;p1">
            <a:extLst>
              <a:ext uri="{FF2B5EF4-FFF2-40B4-BE49-F238E27FC236}">
                <a16:creationId xmlns:a16="http://schemas.microsoft.com/office/drawing/2014/main" id="{E00905AF-DFF5-A699-F51B-9D8239E442C2}"/>
              </a:ext>
            </a:extLst>
          </p:cNvPr>
          <p:cNvPicPr preferRelativeResize="0"/>
          <p:nvPr/>
        </p:nvPicPr>
        <p:blipFill rotWithShape="1">
          <a:blip r:embed="rId3">
            <a:alphaModFix/>
          </a:blip>
          <a:srcRect/>
          <a:stretch/>
        </p:blipFill>
        <p:spPr>
          <a:xfrm>
            <a:off x="8265253" y="-4941"/>
            <a:ext cx="865007" cy="911364"/>
          </a:xfrm>
          <a:prstGeom prst="rect">
            <a:avLst/>
          </a:prstGeom>
          <a:noFill/>
          <a:ln>
            <a:noFill/>
          </a:ln>
        </p:spPr>
      </p:pic>
      <p:sp>
        <p:nvSpPr>
          <p:cNvPr id="20" name="Freeform 8"/>
          <p:cNvSpPr/>
          <p:nvPr/>
        </p:nvSpPr>
        <p:spPr>
          <a:xfrm rot="2051212">
            <a:off x="6881137" y="4210921"/>
            <a:ext cx="2768232" cy="1263178"/>
          </a:xfrm>
          <a:custGeom>
            <a:avLst/>
            <a:gdLst/>
            <a:ahLst/>
            <a:cxnLst/>
            <a:rect l="l" t="t" r="r" b="b"/>
            <a:pathLst>
              <a:path w="5481142" h="3876662">
                <a:moveTo>
                  <a:pt x="0" y="0"/>
                </a:moveTo>
                <a:lnTo>
                  <a:pt x="5481142" y="0"/>
                </a:lnTo>
                <a:lnTo>
                  <a:pt x="5481142" y="3876662"/>
                </a:lnTo>
                <a:lnTo>
                  <a:pt x="0" y="38766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1" name="Freeform 11"/>
          <p:cNvSpPr/>
          <p:nvPr/>
        </p:nvSpPr>
        <p:spPr>
          <a:xfrm rot="-2051999">
            <a:off x="7967618" y="1349748"/>
            <a:ext cx="2040016" cy="1503639"/>
          </a:xfrm>
          <a:custGeom>
            <a:avLst/>
            <a:gdLst/>
            <a:ahLst/>
            <a:cxnLst/>
            <a:rect l="l" t="t" r="r" b="b"/>
            <a:pathLst>
              <a:path w="5481142" h="3876662">
                <a:moveTo>
                  <a:pt x="0" y="0"/>
                </a:moveTo>
                <a:lnTo>
                  <a:pt x="5481142" y="0"/>
                </a:lnTo>
                <a:lnTo>
                  <a:pt x="5481142" y="3876662"/>
                </a:lnTo>
                <a:lnTo>
                  <a:pt x="0" y="38766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14"/>
          <p:cNvSpPr/>
          <p:nvPr/>
        </p:nvSpPr>
        <p:spPr>
          <a:xfrm rot="2051212">
            <a:off x="-987052" y="-529973"/>
            <a:ext cx="1989580" cy="1837738"/>
          </a:xfrm>
          <a:custGeom>
            <a:avLst/>
            <a:gdLst/>
            <a:ahLst/>
            <a:cxnLst/>
            <a:rect l="l" t="t" r="r" b="b"/>
            <a:pathLst>
              <a:path w="5481142" h="3876662">
                <a:moveTo>
                  <a:pt x="0" y="0"/>
                </a:moveTo>
                <a:lnTo>
                  <a:pt x="5481141" y="0"/>
                </a:lnTo>
                <a:lnTo>
                  <a:pt x="5481141" y="3876662"/>
                </a:lnTo>
                <a:lnTo>
                  <a:pt x="0" y="38766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2" name="Google Shape;932;p52"/>
          <p:cNvSpPr txBox="1">
            <a:spLocks noGrp="1"/>
          </p:cNvSpPr>
          <p:nvPr>
            <p:ph type="title"/>
          </p:nvPr>
        </p:nvSpPr>
        <p:spPr>
          <a:xfrm>
            <a:off x="713225" y="576060"/>
            <a:ext cx="77115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solidFill>
                  <a:srgbClr val="1F497D"/>
                </a:solidFill>
                <a:latin typeface="Times New Roman" panose="02020603050405020304" pitchFamily="18" charset="0"/>
                <a:cs typeface="Times New Roman" panose="02020603050405020304" pitchFamily="18" charset="0"/>
              </a:rPr>
              <a:t>Implementation</a:t>
            </a:r>
            <a:endParaRPr sz="2800" dirty="0">
              <a:solidFill>
                <a:srgbClr val="1F497D"/>
              </a:solidFill>
              <a:latin typeface="Times New Roman" panose="02020603050405020304" pitchFamily="18" charset="0"/>
              <a:cs typeface="Times New Roman" panose="02020603050405020304" pitchFamily="18" charset="0"/>
            </a:endParaRPr>
          </a:p>
        </p:txBody>
      </p:sp>
      <p:sp>
        <p:nvSpPr>
          <p:cNvPr id="957" name="Google Shape;957;p52"/>
          <p:cNvSpPr/>
          <p:nvPr/>
        </p:nvSpPr>
        <p:spPr>
          <a:xfrm rot="-5400000">
            <a:off x="6076389" y="4249971"/>
            <a:ext cx="257864" cy="231693"/>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52"/>
          <p:cNvSpPr/>
          <p:nvPr/>
        </p:nvSpPr>
        <p:spPr>
          <a:xfrm rot="-1088437">
            <a:off x="4148736" y="3882841"/>
            <a:ext cx="2804317" cy="1492054"/>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52"/>
          <p:cNvSpPr/>
          <p:nvPr/>
        </p:nvSpPr>
        <p:spPr>
          <a:xfrm rot="5400000">
            <a:off x="8185986" y="1443444"/>
            <a:ext cx="257864" cy="231693"/>
          </a:xfrm>
          <a:custGeom>
            <a:avLst/>
            <a:gdLst/>
            <a:ahLst/>
            <a:cxnLst/>
            <a:rect l="l" t="t" r="r" b="b"/>
            <a:pathLst>
              <a:path w="10494" h="9428" extrusionOk="0">
                <a:moveTo>
                  <a:pt x="3639" y="395"/>
                </a:moveTo>
                <a:cubicBezTo>
                  <a:pt x="3847" y="395"/>
                  <a:pt x="4058" y="417"/>
                  <a:pt x="4269" y="464"/>
                </a:cubicBezTo>
                <a:cubicBezTo>
                  <a:pt x="5846" y="811"/>
                  <a:pt x="6848" y="2377"/>
                  <a:pt x="6503" y="3955"/>
                </a:cubicBezTo>
                <a:cubicBezTo>
                  <a:pt x="6201" y="5323"/>
                  <a:pt x="4985" y="6257"/>
                  <a:pt x="3639" y="6257"/>
                </a:cubicBezTo>
                <a:cubicBezTo>
                  <a:pt x="3432" y="6257"/>
                  <a:pt x="3222" y="6235"/>
                  <a:pt x="3011" y="6189"/>
                </a:cubicBezTo>
                <a:cubicBezTo>
                  <a:pt x="1433" y="5840"/>
                  <a:pt x="431" y="4274"/>
                  <a:pt x="778" y="2696"/>
                </a:cubicBezTo>
                <a:cubicBezTo>
                  <a:pt x="1078" y="1330"/>
                  <a:pt x="2294" y="395"/>
                  <a:pt x="3639" y="395"/>
                </a:cubicBezTo>
                <a:close/>
                <a:moveTo>
                  <a:pt x="3640" y="1"/>
                </a:moveTo>
                <a:cubicBezTo>
                  <a:pt x="2113" y="1"/>
                  <a:pt x="735" y="1061"/>
                  <a:pt x="393" y="2612"/>
                </a:cubicBezTo>
                <a:cubicBezTo>
                  <a:pt x="0" y="4401"/>
                  <a:pt x="1136" y="6179"/>
                  <a:pt x="2927" y="6572"/>
                </a:cubicBezTo>
                <a:cubicBezTo>
                  <a:pt x="3166" y="6626"/>
                  <a:pt x="3405" y="6651"/>
                  <a:pt x="3641" y="6651"/>
                </a:cubicBezTo>
                <a:cubicBezTo>
                  <a:pt x="5166" y="6651"/>
                  <a:pt x="6545" y="5591"/>
                  <a:pt x="6886" y="4040"/>
                </a:cubicBezTo>
                <a:cubicBezTo>
                  <a:pt x="7280" y="2250"/>
                  <a:pt x="6144" y="474"/>
                  <a:pt x="4355" y="79"/>
                </a:cubicBezTo>
                <a:cubicBezTo>
                  <a:pt x="4115" y="26"/>
                  <a:pt x="3876" y="1"/>
                  <a:pt x="3640" y="1"/>
                </a:cubicBezTo>
                <a:close/>
                <a:moveTo>
                  <a:pt x="9377" y="7781"/>
                </a:moveTo>
                <a:cubicBezTo>
                  <a:pt x="9421" y="7781"/>
                  <a:pt x="9466" y="7786"/>
                  <a:pt x="9511" y="7795"/>
                </a:cubicBezTo>
                <a:cubicBezTo>
                  <a:pt x="9848" y="7870"/>
                  <a:pt x="10062" y="8204"/>
                  <a:pt x="9987" y="8542"/>
                </a:cubicBezTo>
                <a:cubicBezTo>
                  <a:pt x="9952" y="8705"/>
                  <a:pt x="9855" y="8845"/>
                  <a:pt x="9714" y="8935"/>
                </a:cubicBezTo>
                <a:cubicBezTo>
                  <a:pt x="9611" y="9001"/>
                  <a:pt x="9495" y="9034"/>
                  <a:pt x="9377" y="9034"/>
                </a:cubicBezTo>
                <a:cubicBezTo>
                  <a:pt x="9332" y="9034"/>
                  <a:pt x="9287" y="9029"/>
                  <a:pt x="9242" y="9020"/>
                </a:cubicBezTo>
                <a:cubicBezTo>
                  <a:pt x="8905" y="8945"/>
                  <a:pt x="8691" y="8611"/>
                  <a:pt x="8766" y="8273"/>
                </a:cubicBezTo>
                <a:cubicBezTo>
                  <a:pt x="8829" y="7981"/>
                  <a:pt x="9089" y="7781"/>
                  <a:pt x="9377" y="7781"/>
                </a:cubicBezTo>
                <a:close/>
                <a:moveTo>
                  <a:pt x="9378" y="7387"/>
                </a:moveTo>
                <a:cubicBezTo>
                  <a:pt x="8909" y="7387"/>
                  <a:pt x="8485" y="7712"/>
                  <a:pt x="8381" y="8189"/>
                </a:cubicBezTo>
                <a:cubicBezTo>
                  <a:pt x="8260" y="8737"/>
                  <a:pt x="8608" y="9282"/>
                  <a:pt x="9158" y="9403"/>
                </a:cubicBezTo>
                <a:cubicBezTo>
                  <a:pt x="9231" y="9420"/>
                  <a:pt x="9305" y="9427"/>
                  <a:pt x="9379" y="9427"/>
                </a:cubicBezTo>
                <a:cubicBezTo>
                  <a:pt x="9571" y="9427"/>
                  <a:pt x="9759" y="9372"/>
                  <a:pt x="9927" y="9267"/>
                </a:cubicBezTo>
                <a:cubicBezTo>
                  <a:pt x="10156" y="9119"/>
                  <a:pt x="10315" y="8892"/>
                  <a:pt x="10372" y="8626"/>
                </a:cubicBezTo>
                <a:cubicBezTo>
                  <a:pt x="10493" y="8076"/>
                  <a:pt x="10145" y="7531"/>
                  <a:pt x="9595" y="7410"/>
                </a:cubicBezTo>
                <a:cubicBezTo>
                  <a:pt x="9522" y="7394"/>
                  <a:pt x="9449" y="7387"/>
                  <a:pt x="9378" y="738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52"/>
          <p:cNvSpPr/>
          <p:nvPr/>
        </p:nvSpPr>
        <p:spPr>
          <a:xfrm>
            <a:off x="719275" y="527842"/>
            <a:ext cx="7711500" cy="510300"/>
          </a:xfrm>
          <a:prstGeom prst="roundRect">
            <a:avLst>
              <a:gd name="adj" fmla="val 26636"/>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 name="Google Shape;31;p1">
            <a:extLst>
              <a:ext uri="{FF2B5EF4-FFF2-40B4-BE49-F238E27FC236}">
                <a16:creationId xmlns:a16="http://schemas.microsoft.com/office/drawing/2014/main" id="{6B39EED1-F6E4-7923-7FCE-D3F1DFC79EA3}"/>
              </a:ext>
            </a:extLst>
          </p:cNvPr>
          <p:cNvPicPr preferRelativeResize="0"/>
          <p:nvPr/>
        </p:nvPicPr>
        <p:blipFill rotWithShape="1">
          <a:blip r:embed="rId3">
            <a:alphaModFix/>
          </a:blip>
          <a:srcRect/>
          <a:stretch/>
        </p:blipFill>
        <p:spPr>
          <a:xfrm>
            <a:off x="8265253" y="-4941"/>
            <a:ext cx="865007" cy="911364"/>
          </a:xfrm>
          <a:prstGeom prst="rect">
            <a:avLst/>
          </a:prstGeom>
          <a:noFill/>
          <a:ln>
            <a:noFill/>
          </a:ln>
        </p:spPr>
      </p:pic>
      <p:pic>
        <p:nvPicPr>
          <p:cNvPr id="5" name="Picture 4">
            <a:extLst>
              <a:ext uri="{FF2B5EF4-FFF2-40B4-BE49-F238E27FC236}">
                <a16:creationId xmlns:a16="http://schemas.microsoft.com/office/drawing/2014/main" id="{F3520581-DA6D-D488-0E67-EC14E44C3404}"/>
              </a:ext>
            </a:extLst>
          </p:cNvPr>
          <p:cNvPicPr>
            <a:picLocks noChangeAspect="1"/>
          </p:cNvPicPr>
          <p:nvPr/>
        </p:nvPicPr>
        <p:blipFill>
          <a:blip r:embed="rId4"/>
          <a:stretch>
            <a:fillRect/>
          </a:stretch>
        </p:blipFill>
        <p:spPr>
          <a:xfrm>
            <a:off x="713225" y="1147724"/>
            <a:ext cx="7711500" cy="366215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BF6D6E-3AEE-2719-2AA2-683EB375F7AC}"/>
              </a:ext>
            </a:extLst>
          </p:cNvPr>
          <p:cNvPicPr>
            <a:picLocks noChangeAspect="1"/>
          </p:cNvPicPr>
          <p:nvPr/>
        </p:nvPicPr>
        <p:blipFill>
          <a:blip r:embed="rId3"/>
          <a:stretch>
            <a:fillRect/>
          </a:stretch>
        </p:blipFill>
        <p:spPr>
          <a:xfrm>
            <a:off x="92966" y="74342"/>
            <a:ext cx="8969257" cy="4928838"/>
          </a:xfrm>
          <a:prstGeom prst="rect">
            <a:avLst/>
          </a:prstGeom>
        </p:spPr>
      </p:pic>
    </p:spTree>
    <p:extLst>
      <p:ext uri="{BB962C8B-B14F-4D97-AF65-F5344CB8AC3E}">
        <p14:creationId xmlns:p14="http://schemas.microsoft.com/office/powerpoint/2010/main" val="3020507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75" name="Google Shape;975;p53"/>
          <p:cNvSpPr txBox="1">
            <a:spLocks noGrp="1"/>
          </p:cNvSpPr>
          <p:nvPr>
            <p:ph type="title"/>
          </p:nvPr>
        </p:nvSpPr>
        <p:spPr>
          <a:xfrm>
            <a:off x="707225" y="561866"/>
            <a:ext cx="77175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solidFill>
                  <a:srgbClr val="1F497D"/>
                </a:solidFill>
                <a:latin typeface="Times New Roman" panose="02020603050405020304" pitchFamily="18" charset="0"/>
                <a:cs typeface="Times New Roman" panose="02020603050405020304" pitchFamily="18" charset="0"/>
              </a:rPr>
              <a:t>Conclusion</a:t>
            </a:r>
            <a:endParaRPr sz="2800" dirty="0">
              <a:solidFill>
                <a:srgbClr val="1F497D"/>
              </a:solidFill>
              <a:latin typeface="Times New Roman" panose="02020603050405020304" pitchFamily="18" charset="0"/>
              <a:cs typeface="Times New Roman" panose="02020603050405020304" pitchFamily="18" charset="0"/>
            </a:endParaRPr>
          </a:p>
        </p:txBody>
      </p:sp>
      <p:sp>
        <p:nvSpPr>
          <p:cNvPr id="1047" name="Google Shape;1047;p53"/>
          <p:cNvSpPr/>
          <p:nvPr/>
        </p:nvSpPr>
        <p:spPr>
          <a:xfrm>
            <a:off x="719275" y="527842"/>
            <a:ext cx="7711500" cy="510300"/>
          </a:xfrm>
          <a:prstGeom prst="roundRect">
            <a:avLst>
              <a:gd name="adj" fmla="val 26636"/>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Rectangle: Diagonal Corners Rounded 25">
            <a:extLst>
              <a:ext uri="{FF2B5EF4-FFF2-40B4-BE49-F238E27FC236}">
                <a16:creationId xmlns:a16="http://schemas.microsoft.com/office/drawing/2014/main" id="{57DE93A0-F392-B767-A2D6-F1942DCE1C2F}"/>
              </a:ext>
            </a:extLst>
          </p:cNvPr>
          <p:cNvSpPr/>
          <p:nvPr/>
        </p:nvSpPr>
        <p:spPr>
          <a:xfrm>
            <a:off x="956697" y="1438017"/>
            <a:ext cx="7218556" cy="3048000"/>
          </a:xfrm>
          <a:prstGeom prst="round2Diag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27" name="TextBox 26">
            <a:extLst>
              <a:ext uri="{FF2B5EF4-FFF2-40B4-BE49-F238E27FC236}">
                <a16:creationId xmlns:a16="http://schemas.microsoft.com/office/drawing/2014/main" id="{57639E67-2ACC-2C16-A5F9-CC34FFB4F01C}"/>
              </a:ext>
            </a:extLst>
          </p:cNvPr>
          <p:cNvSpPr txBox="1"/>
          <p:nvPr/>
        </p:nvSpPr>
        <p:spPr>
          <a:xfrm>
            <a:off x="1292878" y="1759982"/>
            <a:ext cx="6546194" cy="2031325"/>
          </a:xfrm>
          <a:prstGeom prst="rect">
            <a:avLst/>
          </a:prstGeom>
          <a:noFill/>
        </p:spPr>
        <p:txBody>
          <a:bodyPr wrap="square" rtlCol="0">
            <a:spAutoFit/>
          </a:bodyPr>
          <a:lstStyle/>
          <a:p>
            <a:pPr algn="just"/>
            <a:r>
              <a:rPr lang="en-GB" sz="1800" dirty="0">
                <a:latin typeface="Times New Roman" panose="02020603050405020304" pitchFamily="18" charset="0"/>
                <a:cs typeface="Times New Roman" panose="02020603050405020304" pitchFamily="18" charset="0"/>
              </a:rPr>
              <a:t>A Movie and Song Recommendation System helps users find content easily by </a:t>
            </a:r>
            <a:r>
              <a:rPr lang="en-GB" sz="1800" dirty="0" err="1">
                <a:latin typeface="Times New Roman" panose="02020603050405020304" pitchFamily="18" charset="0"/>
                <a:cs typeface="Times New Roman" panose="02020603050405020304" pitchFamily="18" charset="0"/>
              </a:rPr>
              <a:t>analyzing</a:t>
            </a:r>
            <a:r>
              <a:rPr lang="en-GB" sz="1800" dirty="0">
                <a:latin typeface="Times New Roman" panose="02020603050405020304" pitchFamily="18" charset="0"/>
                <a:cs typeface="Times New Roman" panose="02020603050405020304" pitchFamily="18" charset="0"/>
              </a:rPr>
              <a:t> their preferences. It improves user experience by reducing search time and offering personalized suggestions. While challenges like cold start, bias, and privacy concerns exist, advanced AI and real-time updates can make recommendations more accurate. A well-designed system enhances entertainment accessibility and user satisfaction.</a:t>
            </a:r>
            <a:endParaRPr lang="en-IN" sz="1800" dirty="0">
              <a:latin typeface="Times New Roman" panose="02020603050405020304" pitchFamily="18" charset="0"/>
              <a:cs typeface="Times New Roman" panose="02020603050405020304" pitchFamily="18" charset="0"/>
            </a:endParaRPr>
          </a:p>
        </p:txBody>
      </p:sp>
      <p:pic>
        <p:nvPicPr>
          <p:cNvPr id="28" name="Google Shape;31;p1">
            <a:extLst>
              <a:ext uri="{FF2B5EF4-FFF2-40B4-BE49-F238E27FC236}">
                <a16:creationId xmlns:a16="http://schemas.microsoft.com/office/drawing/2014/main" id="{71D6F5DF-EC4E-3423-437F-0E0907BDCE9A}"/>
              </a:ext>
            </a:extLst>
          </p:cNvPr>
          <p:cNvPicPr preferRelativeResize="0"/>
          <p:nvPr/>
        </p:nvPicPr>
        <p:blipFill rotWithShape="1">
          <a:blip r:embed="rId3">
            <a:alphaModFix/>
          </a:blip>
          <a:srcRect/>
          <a:stretch/>
        </p:blipFill>
        <p:spPr>
          <a:xfrm>
            <a:off x="8265253" y="-4941"/>
            <a:ext cx="865007" cy="91136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055" name="Google Shape;1055;p54"/>
          <p:cNvSpPr txBox="1">
            <a:spLocks noGrp="1"/>
          </p:cNvSpPr>
          <p:nvPr>
            <p:ph type="title"/>
          </p:nvPr>
        </p:nvSpPr>
        <p:spPr>
          <a:xfrm>
            <a:off x="713250" y="593172"/>
            <a:ext cx="77175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solidFill>
                  <a:srgbClr val="1F497D"/>
                </a:solidFill>
                <a:latin typeface="Times New Roman" panose="02020603050405020304" pitchFamily="18" charset="0"/>
                <a:cs typeface="Times New Roman" panose="02020603050405020304" pitchFamily="18" charset="0"/>
              </a:rPr>
              <a:t>References</a:t>
            </a:r>
            <a:endParaRPr sz="2800" dirty="0">
              <a:solidFill>
                <a:srgbClr val="1F497D"/>
              </a:solidFill>
              <a:latin typeface="Times New Roman" panose="02020603050405020304" pitchFamily="18" charset="0"/>
              <a:cs typeface="Times New Roman" panose="02020603050405020304" pitchFamily="18" charset="0"/>
            </a:endParaRPr>
          </a:p>
        </p:txBody>
      </p:sp>
      <p:sp>
        <p:nvSpPr>
          <p:cNvPr id="1092" name="Google Shape;1092;p54"/>
          <p:cNvSpPr/>
          <p:nvPr/>
        </p:nvSpPr>
        <p:spPr>
          <a:xfrm>
            <a:off x="719275" y="527842"/>
            <a:ext cx="7711500" cy="510300"/>
          </a:xfrm>
          <a:prstGeom prst="roundRect">
            <a:avLst>
              <a:gd name="adj" fmla="val 26636"/>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54"/>
          <p:cNvSpPr/>
          <p:nvPr/>
        </p:nvSpPr>
        <p:spPr>
          <a:xfrm rot="4697446">
            <a:off x="3741894" y="3962159"/>
            <a:ext cx="2455125" cy="1306090"/>
          </a:xfrm>
          <a:custGeom>
            <a:avLst/>
            <a:gdLst/>
            <a:ahLst/>
            <a:cxnLst/>
            <a:rect l="l" t="t" r="r" b="b"/>
            <a:pathLst>
              <a:path w="67241" h="35776" extrusionOk="0">
                <a:moveTo>
                  <a:pt x="56862" y="4217"/>
                </a:moveTo>
                <a:cubicBezTo>
                  <a:pt x="57095" y="4647"/>
                  <a:pt x="57275" y="5099"/>
                  <a:pt x="57386" y="5580"/>
                </a:cubicBezTo>
                <a:cubicBezTo>
                  <a:pt x="57641" y="6696"/>
                  <a:pt x="57327" y="7970"/>
                  <a:pt x="56157" y="8391"/>
                </a:cubicBezTo>
                <a:cubicBezTo>
                  <a:pt x="55968" y="8459"/>
                  <a:pt x="55785" y="8491"/>
                  <a:pt x="55611" y="8491"/>
                </a:cubicBezTo>
                <a:cubicBezTo>
                  <a:pt x="54794" y="8491"/>
                  <a:pt x="54189" y="7791"/>
                  <a:pt x="54251" y="6879"/>
                </a:cubicBezTo>
                <a:cubicBezTo>
                  <a:pt x="54328" y="5740"/>
                  <a:pt x="55312" y="5007"/>
                  <a:pt x="56245" y="4520"/>
                </a:cubicBezTo>
                <a:cubicBezTo>
                  <a:pt x="56446" y="4411"/>
                  <a:pt x="56653" y="4312"/>
                  <a:pt x="56862" y="4217"/>
                </a:cubicBezTo>
                <a:close/>
                <a:moveTo>
                  <a:pt x="9348" y="28903"/>
                </a:moveTo>
                <a:cubicBezTo>
                  <a:pt x="9967" y="28903"/>
                  <a:pt x="10630" y="29478"/>
                  <a:pt x="10798" y="30134"/>
                </a:cubicBezTo>
                <a:cubicBezTo>
                  <a:pt x="11016" y="30989"/>
                  <a:pt x="10540" y="31807"/>
                  <a:pt x="9951" y="32449"/>
                </a:cubicBezTo>
                <a:cubicBezTo>
                  <a:pt x="9800" y="32361"/>
                  <a:pt x="9654" y="32266"/>
                  <a:pt x="9515" y="32169"/>
                </a:cubicBezTo>
                <a:cubicBezTo>
                  <a:pt x="8670" y="31581"/>
                  <a:pt x="7897" y="30519"/>
                  <a:pt x="8473" y="29474"/>
                </a:cubicBezTo>
                <a:cubicBezTo>
                  <a:pt x="8697" y="29068"/>
                  <a:pt x="9017" y="28903"/>
                  <a:pt x="9348" y="28903"/>
                </a:cubicBezTo>
                <a:close/>
                <a:moveTo>
                  <a:pt x="49331" y="1"/>
                </a:moveTo>
                <a:cubicBezTo>
                  <a:pt x="48191" y="1"/>
                  <a:pt x="47055" y="186"/>
                  <a:pt x="46001" y="551"/>
                </a:cubicBezTo>
                <a:cubicBezTo>
                  <a:pt x="42154" y="1885"/>
                  <a:pt x="39305" y="5130"/>
                  <a:pt x="37409" y="8620"/>
                </a:cubicBezTo>
                <a:cubicBezTo>
                  <a:pt x="35112" y="12844"/>
                  <a:pt x="34026" y="17577"/>
                  <a:pt x="32221" y="22009"/>
                </a:cubicBezTo>
                <a:cubicBezTo>
                  <a:pt x="30581" y="26048"/>
                  <a:pt x="28215" y="30089"/>
                  <a:pt x="24340" y="32344"/>
                </a:cubicBezTo>
                <a:cubicBezTo>
                  <a:pt x="22127" y="33631"/>
                  <a:pt x="19566" y="34286"/>
                  <a:pt x="17007" y="34286"/>
                </a:cubicBezTo>
                <a:cubicBezTo>
                  <a:pt x="15425" y="34286"/>
                  <a:pt x="13843" y="34036"/>
                  <a:pt x="12344" y="33529"/>
                </a:cubicBezTo>
                <a:cubicBezTo>
                  <a:pt x="11605" y="33278"/>
                  <a:pt x="10859" y="32973"/>
                  <a:pt x="10176" y="32581"/>
                </a:cubicBezTo>
                <a:cubicBezTo>
                  <a:pt x="10389" y="32340"/>
                  <a:pt x="10579" y="32081"/>
                  <a:pt x="10738" y="31800"/>
                </a:cubicBezTo>
                <a:cubicBezTo>
                  <a:pt x="11157" y="31039"/>
                  <a:pt x="11254" y="30137"/>
                  <a:pt x="10729" y="29406"/>
                </a:cubicBezTo>
                <a:cubicBezTo>
                  <a:pt x="10418" y="28968"/>
                  <a:pt x="9912" y="28641"/>
                  <a:pt x="9388" y="28641"/>
                </a:cubicBezTo>
                <a:cubicBezTo>
                  <a:pt x="9198" y="28641"/>
                  <a:pt x="9007" y="28684"/>
                  <a:pt x="8821" y="28779"/>
                </a:cubicBezTo>
                <a:cubicBezTo>
                  <a:pt x="8171" y="29117"/>
                  <a:pt x="7942" y="29940"/>
                  <a:pt x="8064" y="30621"/>
                </a:cubicBezTo>
                <a:cubicBezTo>
                  <a:pt x="8223" y="31526"/>
                  <a:pt x="8996" y="32167"/>
                  <a:pt x="9743" y="32619"/>
                </a:cubicBezTo>
                <a:cubicBezTo>
                  <a:pt x="9753" y="32622"/>
                  <a:pt x="9764" y="32629"/>
                  <a:pt x="9774" y="32636"/>
                </a:cubicBezTo>
                <a:cubicBezTo>
                  <a:pt x="9623" y="32787"/>
                  <a:pt x="9470" y="32926"/>
                  <a:pt x="9321" y="33051"/>
                </a:cubicBezTo>
                <a:cubicBezTo>
                  <a:pt x="7388" y="34696"/>
                  <a:pt x="4856" y="35521"/>
                  <a:pt x="2327" y="35521"/>
                </a:cubicBezTo>
                <a:cubicBezTo>
                  <a:pt x="1545" y="35521"/>
                  <a:pt x="764" y="35442"/>
                  <a:pt x="1" y="35284"/>
                </a:cubicBezTo>
                <a:lnTo>
                  <a:pt x="1" y="35540"/>
                </a:lnTo>
                <a:cubicBezTo>
                  <a:pt x="766" y="35697"/>
                  <a:pt x="1548" y="35775"/>
                  <a:pt x="2331" y="35775"/>
                </a:cubicBezTo>
                <a:cubicBezTo>
                  <a:pt x="3657" y="35775"/>
                  <a:pt x="4983" y="35551"/>
                  <a:pt x="6229" y="35104"/>
                </a:cubicBezTo>
                <a:cubicBezTo>
                  <a:pt x="7109" y="34792"/>
                  <a:pt x="7949" y="34366"/>
                  <a:pt x="8715" y="33835"/>
                </a:cubicBezTo>
                <a:cubicBezTo>
                  <a:pt x="9164" y="33522"/>
                  <a:pt x="9613" y="33167"/>
                  <a:pt x="10004" y="32765"/>
                </a:cubicBezTo>
                <a:cubicBezTo>
                  <a:pt x="11615" y="33685"/>
                  <a:pt x="13449" y="34229"/>
                  <a:pt x="15285" y="34441"/>
                </a:cubicBezTo>
                <a:cubicBezTo>
                  <a:pt x="15854" y="34506"/>
                  <a:pt x="16426" y="34539"/>
                  <a:pt x="16998" y="34539"/>
                </a:cubicBezTo>
                <a:cubicBezTo>
                  <a:pt x="20412" y="34539"/>
                  <a:pt x="23813" y="33383"/>
                  <a:pt x="26434" y="31173"/>
                </a:cubicBezTo>
                <a:cubicBezTo>
                  <a:pt x="29781" y="28349"/>
                  <a:pt x="31708" y="24259"/>
                  <a:pt x="33175" y="20228"/>
                </a:cubicBezTo>
                <a:cubicBezTo>
                  <a:pt x="34804" y="15755"/>
                  <a:pt x="36013" y="11030"/>
                  <a:pt x="38667" y="7012"/>
                </a:cubicBezTo>
                <a:cubicBezTo>
                  <a:pt x="40889" y="3652"/>
                  <a:pt x="44285" y="632"/>
                  <a:pt x="48467" y="292"/>
                </a:cubicBezTo>
                <a:cubicBezTo>
                  <a:pt x="48749" y="269"/>
                  <a:pt x="49032" y="257"/>
                  <a:pt x="49316" y="257"/>
                </a:cubicBezTo>
                <a:cubicBezTo>
                  <a:pt x="50874" y="257"/>
                  <a:pt x="52443" y="609"/>
                  <a:pt x="53822" y="1338"/>
                </a:cubicBezTo>
                <a:cubicBezTo>
                  <a:pt x="54969" y="1944"/>
                  <a:pt x="56046" y="2866"/>
                  <a:pt x="56734" y="4000"/>
                </a:cubicBezTo>
                <a:cubicBezTo>
                  <a:pt x="55288" y="4676"/>
                  <a:pt x="53352" y="5967"/>
                  <a:pt x="54148" y="7812"/>
                </a:cubicBezTo>
                <a:cubicBezTo>
                  <a:pt x="54431" y="8469"/>
                  <a:pt x="54963" y="8741"/>
                  <a:pt x="55530" y="8741"/>
                </a:cubicBezTo>
                <a:cubicBezTo>
                  <a:pt x="56352" y="8741"/>
                  <a:pt x="57247" y="8166"/>
                  <a:pt x="57552" y="7360"/>
                </a:cubicBezTo>
                <a:cubicBezTo>
                  <a:pt x="57960" y="6287"/>
                  <a:pt x="57665" y="5128"/>
                  <a:pt x="57093" y="4111"/>
                </a:cubicBezTo>
                <a:cubicBezTo>
                  <a:pt x="57797" y="3798"/>
                  <a:pt x="58525" y="3541"/>
                  <a:pt x="59261" y="3326"/>
                </a:cubicBezTo>
                <a:cubicBezTo>
                  <a:pt x="60897" y="2854"/>
                  <a:pt x="62603" y="2621"/>
                  <a:pt x="64310" y="2621"/>
                </a:cubicBezTo>
                <a:cubicBezTo>
                  <a:pt x="65291" y="2621"/>
                  <a:pt x="66273" y="2698"/>
                  <a:pt x="67241" y="2852"/>
                </a:cubicBezTo>
                <a:lnTo>
                  <a:pt x="67241" y="2603"/>
                </a:lnTo>
                <a:cubicBezTo>
                  <a:pt x="66262" y="2446"/>
                  <a:pt x="65270" y="2367"/>
                  <a:pt x="64278" y="2367"/>
                </a:cubicBezTo>
                <a:cubicBezTo>
                  <a:pt x="63814" y="2367"/>
                  <a:pt x="63350" y="2384"/>
                  <a:pt x="62887" y="2419"/>
                </a:cubicBezTo>
                <a:cubicBezTo>
                  <a:pt x="60844" y="2576"/>
                  <a:pt x="58836" y="3067"/>
                  <a:pt x="56963" y="3893"/>
                </a:cubicBezTo>
                <a:cubicBezTo>
                  <a:pt x="56609" y="3319"/>
                  <a:pt x="56171" y="2801"/>
                  <a:pt x="55731" y="2382"/>
                </a:cubicBezTo>
                <a:cubicBezTo>
                  <a:pt x="54033" y="782"/>
                  <a:pt x="51674" y="1"/>
                  <a:pt x="49331" y="1"/>
                </a:cubicBezTo>
                <a:close/>
              </a:path>
            </a:pathLst>
          </a:custGeom>
          <a:solidFill>
            <a:srgbClr val="FEB7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D7D09635-EE78-3A8C-52AD-6CACBE3EAA2D}"/>
              </a:ext>
            </a:extLst>
          </p:cNvPr>
          <p:cNvSpPr txBox="1"/>
          <p:nvPr/>
        </p:nvSpPr>
        <p:spPr>
          <a:xfrm>
            <a:off x="719275" y="1598656"/>
            <a:ext cx="7711499" cy="3046988"/>
          </a:xfrm>
          <a:prstGeom prst="rect">
            <a:avLst/>
          </a:prstGeom>
          <a:noFill/>
        </p:spPr>
        <p:txBody>
          <a:bodyPr wrap="square" rtlCol="0">
            <a:spAutoFit/>
          </a:bodyPr>
          <a:lstStyle/>
          <a:p>
            <a:pPr marL="285750" indent="-285750">
              <a:buFont typeface="Courier New" panose="02070309020205020404" pitchFamily="49" charset="0"/>
              <a:buChar char="o"/>
            </a:pPr>
            <a:r>
              <a:rPr lang="en-GB" sz="1600" b="1" dirty="0">
                <a:latin typeface="Times New Roman" panose="02020603050405020304" pitchFamily="18" charset="0"/>
                <a:cs typeface="Times New Roman" panose="02020603050405020304" pitchFamily="18" charset="0"/>
              </a:rPr>
              <a:t>Patel, R., &amp; Kumar, S.</a:t>
            </a:r>
            <a:r>
              <a:rPr lang="en-GB" sz="1600" dirty="0">
                <a:latin typeface="Times New Roman" panose="02020603050405020304" pitchFamily="18" charset="0"/>
                <a:cs typeface="Times New Roman" panose="02020603050405020304" pitchFamily="18" charset="0"/>
              </a:rPr>
              <a:t> (2022). Content-based vs. collaborative filtering: A comparative study in music recommendation. </a:t>
            </a:r>
            <a:r>
              <a:rPr lang="en-GB" sz="1600" i="1" dirty="0">
                <a:latin typeface="Times New Roman" panose="02020603050405020304" pitchFamily="18" charset="0"/>
                <a:cs typeface="Times New Roman" panose="02020603050405020304" pitchFamily="18" charset="0"/>
              </a:rPr>
              <a:t>International Journal of Artificial Intelligence &amp; Music, 18</a:t>
            </a:r>
            <a:r>
              <a:rPr lang="en-GB" sz="1600" dirty="0">
                <a:latin typeface="Times New Roman" panose="02020603050405020304" pitchFamily="18" charset="0"/>
                <a:cs typeface="Times New Roman" panose="02020603050405020304" pitchFamily="18" charset="0"/>
              </a:rPr>
              <a:t>(3), 45–60.</a:t>
            </a:r>
          </a:p>
          <a:p>
            <a:endParaRPr lang="en-GB" sz="1600" dirty="0">
              <a:latin typeface="Times New Roman" panose="02020603050405020304" pitchFamily="18" charset="0"/>
              <a:cs typeface="Times New Roman" panose="02020603050405020304" pitchFamily="18" charset="0"/>
            </a:endParaRPr>
          </a:p>
          <a:p>
            <a:pPr marL="285750" indent="-285750">
              <a:buFont typeface="Courier New" panose="02070309020205020404" pitchFamily="49" charset="0"/>
              <a:buChar char="o"/>
            </a:pPr>
            <a:r>
              <a:rPr lang="en-GB" sz="1600" b="1" dirty="0">
                <a:latin typeface="Times New Roman" panose="02020603050405020304" pitchFamily="18" charset="0"/>
                <a:cs typeface="Times New Roman" panose="02020603050405020304" pitchFamily="18" charset="0"/>
              </a:rPr>
              <a:t>Smith, J., &amp; Lee, K.</a:t>
            </a:r>
            <a:r>
              <a:rPr lang="en-GB" sz="1600" dirty="0">
                <a:latin typeface="Times New Roman" panose="02020603050405020304" pitchFamily="18" charset="0"/>
                <a:cs typeface="Times New Roman" panose="02020603050405020304" pitchFamily="18" charset="0"/>
              </a:rPr>
              <a:t> (2023). Enhancing movie recommendation systems using deep learning and collaborative filtering. </a:t>
            </a:r>
            <a:r>
              <a:rPr lang="en-GB" sz="1600" i="1" dirty="0">
                <a:latin typeface="Times New Roman" panose="02020603050405020304" pitchFamily="18" charset="0"/>
                <a:cs typeface="Times New Roman" panose="02020603050405020304" pitchFamily="18" charset="0"/>
              </a:rPr>
              <a:t>IEEE Transactions on Multimedia, 25</a:t>
            </a:r>
            <a:r>
              <a:rPr lang="en-GB" sz="1600" dirty="0">
                <a:latin typeface="Times New Roman" panose="02020603050405020304" pitchFamily="18" charset="0"/>
                <a:cs typeface="Times New Roman" panose="02020603050405020304" pitchFamily="18" charset="0"/>
              </a:rPr>
              <a:t>, 1234–1245.</a:t>
            </a:r>
          </a:p>
          <a:p>
            <a:endParaRPr lang="en-GB" sz="1600" dirty="0">
              <a:latin typeface="Times New Roman" panose="02020603050405020304" pitchFamily="18" charset="0"/>
              <a:cs typeface="Times New Roman" panose="02020603050405020304" pitchFamily="18" charset="0"/>
            </a:endParaRPr>
          </a:p>
          <a:p>
            <a:pPr marL="285750" indent="-285750">
              <a:buFont typeface="Courier New" panose="02070309020205020404" pitchFamily="49" charset="0"/>
              <a:buChar char="o"/>
            </a:pPr>
            <a:r>
              <a:rPr lang="en-GB" sz="1600" b="1" dirty="0">
                <a:latin typeface="Times New Roman" panose="02020603050405020304" pitchFamily="18" charset="0"/>
                <a:cs typeface="Times New Roman" panose="02020603050405020304" pitchFamily="18" charset="0"/>
              </a:rPr>
              <a:t>Wang, L., &amp; Chen, X.</a:t>
            </a:r>
            <a:r>
              <a:rPr lang="en-GB" sz="1600" dirty="0">
                <a:latin typeface="Times New Roman" panose="02020603050405020304" pitchFamily="18" charset="0"/>
                <a:cs typeface="Times New Roman" panose="02020603050405020304" pitchFamily="18" charset="0"/>
              </a:rPr>
              <a:t> (2024). Personalized song recommendation using hybrid machine learning approaches. </a:t>
            </a:r>
            <a:r>
              <a:rPr lang="en-GB" sz="1600" i="1" dirty="0">
                <a:latin typeface="Times New Roman" panose="02020603050405020304" pitchFamily="18" charset="0"/>
                <a:cs typeface="Times New Roman" panose="02020603050405020304" pitchFamily="18" charset="0"/>
              </a:rPr>
              <a:t>Journal of Music Information Retrieval, 12</a:t>
            </a:r>
            <a:r>
              <a:rPr lang="en-GB" sz="1600" dirty="0">
                <a:latin typeface="Times New Roman" panose="02020603050405020304" pitchFamily="18" charset="0"/>
                <a:cs typeface="Times New Roman" panose="02020603050405020304" pitchFamily="18" charset="0"/>
              </a:rPr>
              <a:t>, 567–580.</a:t>
            </a:r>
          </a:p>
          <a:p>
            <a:endParaRPr lang="en-GB" sz="1600" dirty="0">
              <a:latin typeface="Times New Roman" panose="02020603050405020304" pitchFamily="18" charset="0"/>
              <a:cs typeface="Times New Roman" panose="02020603050405020304" pitchFamily="18" charset="0"/>
            </a:endParaRPr>
          </a:p>
          <a:p>
            <a:pPr marL="285750" indent="-285750">
              <a:buFont typeface="Courier New" panose="02070309020205020404" pitchFamily="49" charset="0"/>
              <a:buChar char="o"/>
            </a:pPr>
            <a:r>
              <a:rPr lang="en-GB" sz="1600" b="1" dirty="0" err="1">
                <a:latin typeface="Times New Roman" panose="02020603050405020304" pitchFamily="18" charset="0"/>
                <a:cs typeface="Times New Roman" panose="02020603050405020304" pitchFamily="18" charset="0"/>
              </a:rPr>
              <a:t>OpenAI</a:t>
            </a:r>
            <a:r>
              <a:rPr lang="en-GB" sz="1600" b="1" dirty="0">
                <a:latin typeface="Times New Roman" panose="02020603050405020304" pitchFamily="18" charset="0"/>
                <a:cs typeface="Times New Roman" panose="02020603050405020304" pitchFamily="18" charset="0"/>
              </a:rPr>
              <a:t>.</a:t>
            </a:r>
            <a:r>
              <a:rPr lang="en-GB" sz="1600" dirty="0">
                <a:latin typeface="Times New Roman" panose="02020603050405020304" pitchFamily="18" charset="0"/>
                <a:cs typeface="Times New Roman" panose="02020603050405020304" pitchFamily="18" charset="0"/>
              </a:rPr>
              <a:t> (2024). Leveraging GPT for AI-powered movie and song recommendations. </a:t>
            </a:r>
            <a:r>
              <a:rPr lang="en-GB" sz="1600" i="1" dirty="0">
                <a:latin typeface="Times New Roman" panose="02020603050405020304" pitchFamily="18" charset="0"/>
                <a:cs typeface="Times New Roman" panose="02020603050405020304" pitchFamily="18" charset="0"/>
              </a:rPr>
              <a:t>OpenAI.com</a:t>
            </a:r>
            <a:r>
              <a:rPr lang="en-GB" sz="1600" dirty="0">
                <a:latin typeface="Times New Roman" panose="02020603050405020304" pitchFamily="18" charset="0"/>
                <a:cs typeface="Times New Roman" panose="02020603050405020304" pitchFamily="18" charset="0"/>
              </a:rPr>
              <a:t>.</a:t>
            </a:r>
          </a:p>
        </p:txBody>
      </p:sp>
      <p:pic>
        <p:nvPicPr>
          <p:cNvPr id="5" name="Google Shape;31;p1">
            <a:extLst>
              <a:ext uri="{FF2B5EF4-FFF2-40B4-BE49-F238E27FC236}">
                <a16:creationId xmlns:a16="http://schemas.microsoft.com/office/drawing/2014/main" id="{D256366B-3431-70E7-D902-0683BD87948A}"/>
              </a:ext>
            </a:extLst>
          </p:cNvPr>
          <p:cNvPicPr preferRelativeResize="0"/>
          <p:nvPr/>
        </p:nvPicPr>
        <p:blipFill rotWithShape="1">
          <a:blip r:embed="rId3">
            <a:alphaModFix/>
          </a:blip>
          <a:srcRect/>
          <a:stretch/>
        </p:blipFill>
        <p:spPr>
          <a:xfrm>
            <a:off x="8265253" y="-4941"/>
            <a:ext cx="865007" cy="91136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61"/>
        <p:cNvGrpSpPr/>
        <p:nvPr/>
      </p:nvGrpSpPr>
      <p:grpSpPr>
        <a:xfrm>
          <a:off x="0" y="0"/>
          <a:ext cx="0" cy="0"/>
          <a:chOff x="0" y="0"/>
          <a:chExt cx="0" cy="0"/>
        </a:xfrm>
      </p:grpSpPr>
      <p:sp>
        <p:nvSpPr>
          <p:cNvPr id="1162" name="Google Shape;1162;p56"/>
          <p:cNvSpPr/>
          <p:nvPr/>
        </p:nvSpPr>
        <p:spPr>
          <a:xfrm>
            <a:off x="1596700" y="1373250"/>
            <a:ext cx="5950500" cy="2397000"/>
          </a:xfrm>
          <a:prstGeom prst="roundRect">
            <a:avLst>
              <a:gd name="adj" fmla="val 7362"/>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56"/>
          <p:cNvSpPr txBox="1">
            <a:spLocks noGrp="1"/>
          </p:cNvSpPr>
          <p:nvPr>
            <p:ph type="title"/>
          </p:nvPr>
        </p:nvSpPr>
        <p:spPr>
          <a:xfrm>
            <a:off x="2164900" y="1373150"/>
            <a:ext cx="4814100" cy="239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002060"/>
                </a:solidFill>
                <a:latin typeface="Times New Roman" panose="02020603050405020304" pitchFamily="18" charset="0"/>
                <a:cs typeface="Times New Roman" panose="02020603050405020304" pitchFamily="18" charset="0"/>
              </a:rPr>
              <a:t>Thank</a:t>
            </a:r>
            <a:br>
              <a:rPr lang="en" dirty="0">
                <a:solidFill>
                  <a:srgbClr val="002060"/>
                </a:solidFill>
                <a:latin typeface="Times New Roman" panose="02020603050405020304" pitchFamily="18" charset="0"/>
                <a:cs typeface="Times New Roman" panose="02020603050405020304" pitchFamily="18" charset="0"/>
              </a:rPr>
            </a:br>
            <a:r>
              <a:rPr lang="en" dirty="0">
                <a:solidFill>
                  <a:srgbClr val="002060"/>
                </a:solidFill>
                <a:latin typeface="Times New Roman" panose="02020603050405020304" pitchFamily="18" charset="0"/>
                <a:cs typeface="Times New Roman" panose="02020603050405020304" pitchFamily="18" charset="0"/>
              </a:rPr>
              <a:t>You!</a:t>
            </a:r>
            <a:endParaRPr dirty="0">
              <a:solidFill>
                <a:srgbClr val="002060"/>
              </a:solidFill>
              <a:latin typeface="Times New Roman" panose="02020603050405020304" pitchFamily="18" charset="0"/>
              <a:cs typeface="Times New Roman" panose="02020603050405020304" pitchFamily="18" charset="0"/>
            </a:endParaRPr>
          </a:p>
        </p:txBody>
      </p:sp>
      <p:pic>
        <p:nvPicPr>
          <p:cNvPr id="2" name="Google Shape;31;p1">
            <a:extLst>
              <a:ext uri="{FF2B5EF4-FFF2-40B4-BE49-F238E27FC236}">
                <a16:creationId xmlns:a16="http://schemas.microsoft.com/office/drawing/2014/main" id="{7A9A01E5-0A5F-475E-9CAC-263BC51FAE06}"/>
              </a:ext>
            </a:extLst>
          </p:cNvPr>
          <p:cNvPicPr preferRelativeResize="0"/>
          <p:nvPr/>
        </p:nvPicPr>
        <p:blipFill rotWithShape="1">
          <a:blip r:embed="rId3">
            <a:alphaModFix/>
          </a:blip>
          <a:srcRect/>
          <a:stretch/>
        </p:blipFill>
        <p:spPr>
          <a:xfrm>
            <a:off x="8265253" y="-4941"/>
            <a:ext cx="865007" cy="911364"/>
          </a:xfrm>
          <a:prstGeom prst="rect">
            <a:avLst/>
          </a:prstGeom>
          <a:noFill/>
          <a:ln>
            <a:noFill/>
          </a:ln>
        </p:spPr>
      </p:pic>
      <p:sp>
        <p:nvSpPr>
          <p:cNvPr id="3" name="Freeform 2">
            <a:extLst>
              <a:ext uri="{FF2B5EF4-FFF2-40B4-BE49-F238E27FC236}">
                <a16:creationId xmlns:a16="http://schemas.microsoft.com/office/drawing/2014/main" id="{9EFFB2C3-2B20-C4A1-207D-A8CC04201C3D}"/>
              </a:ext>
            </a:extLst>
          </p:cNvPr>
          <p:cNvSpPr/>
          <p:nvPr/>
        </p:nvSpPr>
        <p:spPr>
          <a:xfrm>
            <a:off x="6294120" y="2773680"/>
            <a:ext cx="2836140" cy="2111145"/>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stretch>
              <a:fillRect/>
            </a:stretch>
          </a:blipFill>
        </p:spPr>
      </p:sp>
    </p:spTree>
  </p:cSld>
  <p:clrMapOvr>
    <a:masterClrMapping/>
  </p:clrMapOvr>
</p:sld>
</file>

<file path=ppt/theme/theme1.xml><?xml version="1.0" encoding="utf-8"?>
<a:theme xmlns:a="http://schemas.openxmlformats.org/drawingml/2006/main" name="Ecommerce Store Company Profile by Slidesgo">
  <a:themeElements>
    <a:clrScheme name="Simple Light">
      <a:dk1>
        <a:srgbClr val="687F96"/>
      </a:dk1>
      <a:lt1>
        <a:srgbClr val="AEC6CF"/>
      </a:lt1>
      <a:dk2>
        <a:srgbClr val="FEB7C0"/>
      </a:dk2>
      <a:lt2>
        <a:srgbClr val="C1272D"/>
      </a:lt2>
      <a:accent1>
        <a:srgbClr val="F15A24"/>
      </a:accent1>
      <a:accent2>
        <a:srgbClr val="F7931E"/>
      </a:accent2>
      <a:accent3>
        <a:srgbClr val="FFFFFF"/>
      </a:accent3>
      <a:accent4>
        <a:srgbClr val="434343"/>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579</TotalTime>
  <Words>1142</Words>
  <Application>Microsoft Office PowerPoint</Application>
  <PresentationFormat>On-screen Show (16:9)</PresentationFormat>
  <Paragraphs>136</Paragraphs>
  <Slides>18</Slides>
  <Notes>18</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18</vt:i4>
      </vt:variant>
    </vt:vector>
  </HeadingPairs>
  <TitlesOfParts>
    <vt:vector size="31" baseType="lpstr">
      <vt:lpstr>Arial</vt:lpstr>
      <vt:lpstr>Times New Roman</vt:lpstr>
      <vt:lpstr>Symbol</vt:lpstr>
      <vt:lpstr>Martel DemiBold</vt:lpstr>
      <vt:lpstr>Quicksand</vt:lpstr>
      <vt:lpstr>Nunito Medium</vt:lpstr>
      <vt:lpstr>Martel</vt:lpstr>
      <vt:lpstr>Pangolin</vt:lpstr>
      <vt:lpstr>Wingdings</vt:lpstr>
      <vt:lpstr>Courier New</vt:lpstr>
      <vt:lpstr>Martel ExtraBold</vt:lpstr>
      <vt:lpstr>Merriweather</vt:lpstr>
      <vt:lpstr>Ecommerce Store Company Profile by Slidesgo</vt:lpstr>
      <vt:lpstr> Mini Project Presentation  T.E. (AIML) Sem – Vl </vt:lpstr>
      <vt:lpstr>Movie and Song Recommendation System</vt:lpstr>
      <vt:lpstr>Presentation Outline </vt:lpstr>
      <vt:lpstr>Abstract</vt:lpstr>
      <vt:lpstr>With the rise of digital entertainment, finding the right movies and songs can be overwhelming.  A Movie and Song Recommendation System simplifies this by using AI and machine learning to  suggest content.  Platforms like Netflix and Spotify use these systems to enhance user experience by providing personalized recommendations, and entertainment more enjoyable.  Chatbot integration for interactive recommendations.  User preference-based filtering for accuracy.  Enhances engagement with a seamless entertainment experience  </vt:lpstr>
      <vt:lpstr>Literature Survey</vt:lpstr>
      <vt:lpstr>PowerPoint Presentation</vt:lpstr>
      <vt:lpstr>Limitation of Exisiting System</vt:lpstr>
      <vt:lpstr>Problem Statement</vt:lpstr>
      <vt:lpstr>Objectives</vt:lpstr>
      <vt:lpstr>Scopes</vt:lpstr>
      <vt:lpstr>Flowchart</vt:lpstr>
      <vt:lpstr>Experimental Setup</vt:lpstr>
      <vt:lpstr>Implementation</vt:lpstr>
      <vt:lpstr>PowerPoint Presentation</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Store Company Profile</dc:title>
  <dc:creator>Asus</dc:creator>
  <cp:lastModifiedBy>Aditya Mourya</cp:lastModifiedBy>
  <cp:revision>26</cp:revision>
  <dcterms:modified xsi:type="dcterms:W3CDTF">2025-03-27T13:03:59Z</dcterms:modified>
</cp:coreProperties>
</file>